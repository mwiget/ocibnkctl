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12"/>
  </p:notesMasterIdLst>
  <p:sldIdLst>
    <p:sldId id="257" r:id="rId1001"/>
    <p:sldId id="258" r:id="rId1002"/>
    <p:sldId id="259" r:id="rId1003"/>
    <p:sldId id="260" r:id="rId1004"/>
    <p:sldId id="261" r:id="rId1005"/>
    <p:sldId id="262" r:id="rId1006"/>
    <p:sldId id="263" r:id="rId1007"/>
    <p:sldId id="264" r:id="rId10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0001"/>
    <a:srgbClr val="7D0007"/>
    <a:srgbClr val="B30013"/>
    <a:srgbClr val="FF636B"/>
    <a:srgbClr val="FF918C"/>
    <a:srgbClr val="FFA59E"/>
    <a:srgbClr val="FFC9C4"/>
    <a:srgbClr val="4D2601"/>
    <a:srgbClr val="733800"/>
    <a:srgbClr val="A354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37" autoAdjust="0"/>
    <p:restoredTop sz="94694"/>
  </p:normalViewPr>
  <p:slideViewPr>
    <p:cSldViewPr snapToGrid="0">
      <p:cViewPr>
        <p:scale>
          <a:sx n="98" d="100"/>
          <a:sy n="98" d="100"/>
        </p:scale>
        <p:origin x="1280" y="5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Relationships xmlns="http://schemas.openxmlformats.org/package/2006/relationships"><Relationship Id="rId1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15" Type="http://schemas.openxmlformats.org/officeDocument/2006/relationships/theme" Target="theme/theme1.xml"/><Relationship Id="rId4" Type="http://schemas.openxmlformats.org/officeDocument/2006/relationships/slideMaster" Target="slideMasters/slideMaster1.xml"/><Relationship Id="rId14" Type="http://schemas.openxmlformats.org/officeDocument/2006/relationships/viewProps" Target="viewProps.xml"/>  
  
<Relationship Id="rId1001" Type="http://schemas.openxmlformats.org/officeDocument/2006/relationships/slide" Target="slides/slide1.xml"/><Relationship Id="rId1002" Type="http://schemas.openxmlformats.org/officeDocument/2006/relationships/slide" Target="slides/slide2.xml"/><Relationship Id="rId1003" Type="http://schemas.openxmlformats.org/officeDocument/2006/relationships/slide" Target="slides/slide3.xml"/><Relationship Id="rId1004" Type="http://schemas.openxmlformats.org/officeDocument/2006/relationships/slide" Target="slides/slide4.xml"/><Relationship Id="rId1005" Type="http://schemas.openxmlformats.org/officeDocument/2006/relationships/slide" Target="slides/slide5.xml"/><Relationship Id="rId1006" Type="http://schemas.openxmlformats.org/officeDocument/2006/relationships/slide" Target="slides/slide6.xml"/><Relationship Id="rId1007" Type="http://schemas.openxmlformats.org/officeDocument/2006/relationships/slide" Target="slides/slide7.xml"/><Relationship Id="rId100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644A2-0D2F-4BDA-864F-D2738DD8741D}" type="datetimeFigureOut">
              <a:rPr lang="en-US" smtClean="0"/>
              <a:t>4/16/26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6B7F4-FB43-4894-A2D0-A9192FE6C34E}" type="slidenum">
              <a:rPr lang="en-US" smtClean="0"/>
              <a:t>‹#›</a:t>
            </a:fld>
            <a:endParaRPr lang="en-US"/>
          </a:p>
        </p:txBody>
      </p:sp>
    </p:spTree>
    <p:extLst>
      <p:ext uri="{BB962C8B-B14F-4D97-AF65-F5344CB8AC3E}">
        <p14:creationId xmlns:p14="http://schemas.microsoft.com/office/powerpoint/2010/main" val="4108437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BNK 2.4.1 ships an AI gateway inside TMM. This is a way to show it to a customer on any machine with Docker, in about half an hour, without GPUs, without an LLM API key and without a shared lab. One tool, ocibnkctl, builds the cluster, installs BNK with F5’s own operator and proves the gateway end to end; a coding agent can drive the whole thing.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engineers need to show the AI gateway working, not describe it, and without booking GPU labs or using a provider account. BNK 2.4.1 ships the gateway inside TMM with a console, installed by FLO from one field on the CNEInstance. ocibnkctl adds a profile, a mock LLM, the configuration and the checks. Everything that runs is F5’s 2.4.1 release.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client outside the cluster, reaching the gateway address over BGP the way a customer’s app would through a router. In the cluster, TMM checks the virtual key and the model scope, swaps in the provider key, forwards to the mock LLM and writes one record per request to ClickHouse. The controller holds the AI gateway API; the console is its UI. Everything in the cluster frame is installed by FLO from the 2.4.1 release, except the mock.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manual path: a profile seeds the PoC, you drop in your F5 keys, and one e2e command builds the cluster, installs BNK and runs the demo scenario. Right, the same with a coding agent: started in the PoC directory, it reads AGENTS.md, which says what to run, what to check and report, and which files are secret. You keep the destructive gate.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an assertion the llm-gateway scenario makes, sending real requests from outside the cluster. On gx10, an arm64 box, Claude Code ran everything from a fresh clone, reading only AGENTS.md and the prompt shown on the previous slide. The agent’s first run failed after 40 seconds: a stale PoC’s docker network on that host held the default edge subnet. It found that read-only, changed only its own poc.yaml, and re-ran. Run 2 went from an empty host to all nine assertions green in ten and a half minutes; on that fresh cluster the 2.4.1 route race hit and the scenario’s one controller restart cleared it. lake1 is the x86_64 reference: all seven green, fifteen seconds on an already deployed cluster. Sources: the run reports reports/2026-10-18T17-19-22Z (gx10) and 2026-10-18T17-10-46Z (lake1), and the agent’s journal entry.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know. Sign-in is per tenant, with a password in a per-tenant Secret, not the platform admin. Use localhost:3000. A new route can get stuck in 2.4.1; the demo handles it, but if you add routes in the console, a controller restart unsticks them. The console is branded Polaris AI. And the public docs don’t describe the AI gateway yet, so present it as a shipped preview, not as documented procedure.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public. The guide has both paths, the console tour, troubleshooting and references, marked public or F5-internal. Bring your F5 image-pull key and a license; nothing else. This is a field tool, not a supported F5 product.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ack Solid">
    <p:bg>
      <p:bgPr>
        <a:solidFill>
          <a:schemeClr val="tx1"/>
        </a:solidFill>
        <a:effectLst/>
      </p:bgPr>
    </p:bg>
    <p:spTree>
      <p:nvGrpSpPr>
        <p:cNvPr id="1" name=""/>
        <p:cNvGrpSpPr/>
        <p:nvPr/>
      </p:nvGrpSpPr>
      <p:grpSpPr>
        <a:xfrm>
          <a:off x="0" y="0"/>
          <a:ext cx="0" cy="0"/>
          <a:chOff x="0" y="0"/>
          <a:chExt cx="0" cy="0"/>
        </a:xfrm>
      </p:grpSpPr>
      <p:pic>
        <p:nvPicPr>
          <p:cNvPr id="2" name="updated logo" descr="Logo&#10;&#10;Description automatically generated">
            <a:extLst>
              <a:ext uri="{FF2B5EF4-FFF2-40B4-BE49-F238E27FC236}">
                <a16:creationId xmlns:a16="http://schemas.microsoft.com/office/drawing/2014/main" id="{772B347F-F7C5-F39C-2D59-19BAFA0C7B3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9899" y="471509"/>
            <a:ext cx="603504" cy="603504"/>
          </a:xfrm>
          <a:prstGeom prst="rect">
            <a:avLst/>
          </a:prstGeom>
        </p:spPr>
      </p:pic>
      <p:sp>
        <p:nvSpPr>
          <p:cNvPr id="22" name="Title 1">
            <a:extLst>
              <a:ext uri="{FF2B5EF4-FFF2-40B4-BE49-F238E27FC236}">
                <a16:creationId xmlns:a16="http://schemas.microsoft.com/office/drawing/2014/main" id="{898D6D05-97DF-4C74-8943-E0633B92DAB3}"/>
              </a:ext>
            </a:extLst>
          </p:cNvPr>
          <p:cNvSpPr>
            <a:spLocks noGrp="1"/>
          </p:cNvSpPr>
          <p:nvPr userDrawn="1">
            <p:ph type="ctrTitle"/>
          </p:nvPr>
        </p:nvSpPr>
        <p:spPr bwMode="black">
          <a:xfrm>
            <a:off x="457200" y="1143000"/>
            <a:ext cx="7970363" cy="2446038"/>
          </a:xfrm>
          <a:prstGeom prst="rect">
            <a:avLst/>
          </a:prstGeom>
        </p:spPr>
        <p:txBody>
          <a:bodyPr anchor="b"/>
          <a:lstStyle>
            <a:lvl1pPr algn="l">
              <a:defRPr sz="4800" spc="-13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EC4FDFB-D8B5-4D90-9CC9-76F699041481}"/>
              </a:ext>
            </a:extLst>
          </p:cNvPr>
          <p:cNvSpPr>
            <a:spLocks noGrp="1"/>
          </p:cNvSpPr>
          <p:nvPr userDrawn="1">
            <p:ph type="body" sz="quarter" idx="11"/>
          </p:nvPr>
        </p:nvSpPr>
        <p:spPr>
          <a:xfrm>
            <a:off x="457200" y="3933825"/>
            <a:ext cx="7970362" cy="1781175"/>
          </a:xfrm>
        </p:spPr>
        <p:txBody>
          <a:bodyPr>
            <a:normAutofit/>
          </a:bodyPr>
          <a:lstStyle>
            <a:lvl1pPr marL="0" indent="0">
              <a:lnSpc>
                <a:spcPct val="100000"/>
              </a:lnSpc>
              <a:spcBef>
                <a:spcPts val="0"/>
              </a:spcBef>
              <a:buFontTx/>
              <a:buNone/>
              <a:defRPr sz="1600">
                <a:solidFill>
                  <a:schemeClr val="bg1"/>
                </a:solidFill>
                <a:latin typeface="+mj-lt"/>
              </a:defRPr>
            </a:lvl1pPr>
            <a:lvl2pPr marL="228600" indent="-228600">
              <a:lnSpc>
                <a:spcPct val="100000"/>
              </a:lnSpc>
              <a:spcBef>
                <a:spcPts val="0"/>
              </a:spcBef>
              <a:buFontTx/>
              <a:buNone/>
              <a:defRPr sz="1600">
                <a:solidFill>
                  <a:schemeClr val="bg1"/>
                </a:solidFill>
              </a:defRPr>
            </a:lvl2pPr>
            <a:lvl3pPr marL="457200" indent="-457200">
              <a:buFontTx/>
              <a:buNone/>
              <a:defRPr sz="1600">
                <a:solidFill>
                  <a:schemeClr val="bg1"/>
                </a:solidFill>
              </a:defRPr>
            </a:lvl3pPr>
            <a:lvl4pPr marL="685800" indent="-685800">
              <a:buFontTx/>
              <a:buNone/>
              <a:defRPr sz="1600">
                <a:solidFill>
                  <a:schemeClr val="bg1"/>
                </a:solidFill>
              </a:defRPr>
            </a:lvl4pPr>
            <a:lvl5pPr>
              <a:buFontTx/>
              <a:buNone/>
              <a:defRPr>
                <a:solidFill>
                  <a:schemeClr val="bg1"/>
                </a:solidFill>
              </a:defRPr>
            </a:lvl5pPr>
          </a:lstStyle>
          <a:p>
            <a:pPr lvl="0"/>
            <a:r>
              <a:rPr lang="en-US"/>
              <a:t>Click to edit Master text styles</a:t>
            </a:r>
          </a:p>
          <a:p>
            <a:pPr lvl="1"/>
            <a:r>
              <a:rPr lang="en-US"/>
              <a:t>Second level</a:t>
            </a:r>
          </a:p>
        </p:txBody>
      </p:sp>
      <p:grpSp>
        <p:nvGrpSpPr>
          <p:cNvPr id="5" name="Group 4">
            <a:extLst>
              <a:ext uri="{FF2B5EF4-FFF2-40B4-BE49-F238E27FC236}">
                <a16:creationId xmlns:a16="http://schemas.microsoft.com/office/drawing/2014/main" id="{36AF44DA-001C-9E7F-AD01-D958D456BB79}"/>
              </a:ext>
            </a:extLst>
          </p:cNvPr>
          <p:cNvGrpSpPr/>
          <p:nvPr userDrawn="1"/>
        </p:nvGrpSpPr>
        <p:grpSpPr>
          <a:xfrm>
            <a:off x="0" y="6763512"/>
            <a:ext cx="12192000" cy="94488"/>
            <a:chOff x="4107" y="7202786"/>
            <a:chExt cx="12187893" cy="317500"/>
          </a:xfrm>
        </p:grpSpPr>
        <p:sp>
          <p:nvSpPr>
            <p:cNvPr id="6" name="Rectangle 5">
              <a:extLst>
                <a:ext uri="{FF2B5EF4-FFF2-40B4-BE49-F238E27FC236}">
                  <a16:creationId xmlns:a16="http://schemas.microsoft.com/office/drawing/2014/main" id="{8007FCF1-D1B8-B070-2327-F3F96B348AB9}"/>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7" name="Rectangle 6">
              <a:extLst>
                <a:ext uri="{FF2B5EF4-FFF2-40B4-BE49-F238E27FC236}">
                  <a16:creationId xmlns:a16="http://schemas.microsoft.com/office/drawing/2014/main" id="{10ED93EB-90C9-6617-A634-5A8CB61A3C5B}"/>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8" name="Rectangle 7">
              <a:extLst>
                <a:ext uri="{FF2B5EF4-FFF2-40B4-BE49-F238E27FC236}">
                  <a16:creationId xmlns:a16="http://schemas.microsoft.com/office/drawing/2014/main" id="{3AEA4AA0-FD7D-51BE-D1CF-58B4B5A45834}"/>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9" name="Rectangle 8">
              <a:extLst>
                <a:ext uri="{FF2B5EF4-FFF2-40B4-BE49-F238E27FC236}">
                  <a16:creationId xmlns:a16="http://schemas.microsoft.com/office/drawing/2014/main" id="{975DC19F-0D82-5BCB-44A3-CCED469399B0}"/>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0" name="Rectangle 9">
              <a:extLst>
                <a:ext uri="{FF2B5EF4-FFF2-40B4-BE49-F238E27FC236}">
                  <a16:creationId xmlns:a16="http://schemas.microsoft.com/office/drawing/2014/main" id="{5F5BE33C-0832-4FCA-046C-A527E97B273F}"/>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graphicFrame>
        <p:nvGraphicFramePr>
          <p:cNvPr id="12" name="Table 11">
            <a:extLst>
              <a:ext uri="{FF2B5EF4-FFF2-40B4-BE49-F238E27FC236}">
                <a16:creationId xmlns:a16="http://schemas.microsoft.com/office/drawing/2014/main" id="{CB742BB9-D617-673F-B69C-8655B226E3AF}"/>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3" name="Table 12">
            <a:extLst>
              <a:ext uri="{FF2B5EF4-FFF2-40B4-BE49-F238E27FC236}">
                <a16:creationId xmlns:a16="http://schemas.microsoft.com/office/drawing/2014/main" id="{30C1A0F2-89F3-BE39-6496-9551782A907B}"/>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4075640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Black Pattern">
    <p:bg>
      <p:bgPr>
        <a:solidFill>
          <a:schemeClr val="tx1"/>
        </a:solidFill>
        <a:effectLst/>
      </p:bgPr>
    </p:bg>
    <p:spTree>
      <p:nvGrpSpPr>
        <p:cNvPr id="1" name=""/>
        <p:cNvGrpSpPr/>
        <p:nvPr/>
      </p:nvGrpSpPr>
      <p:grpSpPr>
        <a:xfrm>
          <a:off x="0" y="0"/>
          <a:ext cx="0" cy="0"/>
          <a:chOff x="0" y="0"/>
          <a:chExt cx="0" cy="0"/>
        </a:xfrm>
      </p:grpSpPr>
      <p:sp>
        <p:nvSpPr>
          <p:cNvPr id="151" name="Freeform: Shape 4">
            <a:extLst>
              <a:ext uri="{FF2B5EF4-FFF2-40B4-BE49-F238E27FC236}">
                <a16:creationId xmlns:a16="http://schemas.microsoft.com/office/drawing/2014/main" id="{8DF2233F-6D34-9FE4-FE8D-E81D4E769941}"/>
              </a:ext>
            </a:extLst>
          </p:cNvPr>
          <p:cNvSpPr/>
          <p:nvPr userDrawn="1"/>
        </p:nvSpPr>
        <p:spPr>
          <a:xfrm>
            <a:off x="1346425" y="0"/>
            <a:ext cx="8939754" cy="6761018"/>
          </a:xfrm>
          <a:custGeom>
            <a:avLst/>
            <a:gdLst>
              <a:gd name="connsiteX0" fmla="*/ 1503815 w 8939754"/>
              <a:gd name="connsiteY0" fmla="*/ 0 h 6766560"/>
              <a:gd name="connsiteX1" fmla="*/ 7435940 w 8939754"/>
              <a:gd name="connsiteY1" fmla="*/ 0 h 6766560"/>
              <a:gd name="connsiteX2" fmla="*/ 7630557 w 8939754"/>
              <a:gd name="connsiteY2" fmla="*/ 176881 h 6766560"/>
              <a:gd name="connsiteX3" fmla="*/ 8939754 w 8939754"/>
              <a:gd name="connsiteY3" fmla="*/ 3337560 h 6766560"/>
              <a:gd name="connsiteX4" fmla="*/ 7475321 w 8939754"/>
              <a:gd name="connsiteY4" fmla="*/ 6646243 h 6766560"/>
              <a:gd name="connsiteX5" fmla="*/ 7336423 w 8939754"/>
              <a:gd name="connsiteY5" fmla="*/ 6766560 h 6766560"/>
              <a:gd name="connsiteX6" fmla="*/ 1603331 w 8939754"/>
              <a:gd name="connsiteY6" fmla="*/ 6766560 h 6766560"/>
              <a:gd name="connsiteX7" fmla="*/ 1464433 w 8939754"/>
              <a:gd name="connsiteY7" fmla="*/ 6646243 h 6766560"/>
              <a:gd name="connsiteX8" fmla="*/ 0 w 8939754"/>
              <a:gd name="connsiteY8" fmla="*/ 3337560 h 6766560"/>
              <a:gd name="connsiteX9" fmla="*/ 1309197 w 8939754"/>
              <a:gd name="connsiteY9" fmla="*/ 176881 h 6766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9754" h="6766560">
                <a:moveTo>
                  <a:pt x="1503815" y="0"/>
                </a:moveTo>
                <a:lnTo>
                  <a:pt x="7435940" y="0"/>
                </a:lnTo>
                <a:lnTo>
                  <a:pt x="7630557" y="176881"/>
                </a:lnTo>
                <a:cubicBezTo>
                  <a:pt x="8439446" y="985769"/>
                  <a:pt x="8939754" y="2103238"/>
                  <a:pt x="8939754" y="3337560"/>
                </a:cubicBezTo>
                <a:cubicBezTo>
                  <a:pt x="8939754" y="4649027"/>
                  <a:pt x="8374953" y="5828578"/>
                  <a:pt x="7475321" y="6646243"/>
                </a:cubicBezTo>
                <a:lnTo>
                  <a:pt x="7336423" y="6766560"/>
                </a:lnTo>
                <a:lnTo>
                  <a:pt x="1603331" y="6766560"/>
                </a:lnTo>
                <a:lnTo>
                  <a:pt x="1464433" y="6646243"/>
                </a:lnTo>
                <a:cubicBezTo>
                  <a:pt x="564801" y="5828578"/>
                  <a:pt x="0" y="4649027"/>
                  <a:pt x="0" y="3337560"/>
                </a:cubicBezTo>
                <a:cubicBezTo>
                  <a:pt x="0" y="2103238"/>
                  <a:pt x="500308" y="985769"/>
                  <a:pt x="1309197" y="176881"/>
                </a:cubicBezTo>
                <a:close/>
              </a:path>
            </a:pathLst>
          </a:custGeom>
          <a:solidFill>
            <a:srgbClr val="1D1D1D">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sp>
        <p:nvSpPr>
          <p:cNvPr id="152" name="Freeform: Shape 7">
            <a:extLst>
              <a:ext uri="{FF2B5EF4-FFF2-40B4-BE49-F238E27FC236}">
                <a16:creationId xmlns:a16="http://schemas.microsoft.com/office/drawing/2014/main" id="{07D2F523-49D1-8C89-9CF7-95CBF4F2909A}"/>
              </a:ext>
            </a:extLst>
          </p:cNvPr>
          <p:cNvSpPr/>
          <p:nvPr userDrawn="1"/>
        </p:nvSpPr>
        <p:spPr>
          <a:xfrm>
            <a:off x="1" y="0"/>
            <a:ext cx="6929793" cy="6761018"/>
          </a:xfrm>
          <a:custGeom>
            <a:avLst/>
            <a:gdLst>
              <a:gd name="connsiteX0" fmla="*/ 0 w 6929793"/>
              <a:gd name="connsiteY0" fmla="*/ 0 h 6761018"/>
              <a:gd name="connsiteX1" fmla="*/ 5425979 w 6929793"/>
              <a:gd name="connsiteY1" fmla="*/ 0 h 6761018"/>
              <a:gd name="connsiteX2" fmla="*/ 5620596 w 6929793"/>
              <a:gd name="connsiteY2" fmla="*/ 176736 h 6761018"/>
              <a:gd name="connsiteX3" fmla="*/ 6929793 w 6929793"/>
              <a:gd name="connsiteY3" fmla="*/ 3334827 h 6761018"/>
              <a:gd name="connsiteX4" fmla="*/ 5465360 w 6929793"/>
              <a:gd name="connsiteY4" fmla="*/ 6640800 h 6761018"/>
              <a:gd name="connsiteX5" fmla="*/ 5326462 w 6929793"/>
              <a:gd name="connsiteY5" fmla="*/ 6761018 h 6761018"/>
              <a:gd name="connsiteX6" fmla="*/ 0 w 6929793"/>
              <a:gd name="connsiteY6" fmla="*/ 6761018 h 676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29793" h="6761018">
                <a:moveTo>
                  <a:pt x="0" y="0"/>
                </a:moveTo>
                <a:lnTo>
                  <a:pt x="5425979" y="0"/>
                </a:lnTo>
                <a:lnTo>
                  <a:pt x="5620596" y="176736"/>
                </a:lnTo>
                <a:cubicBezTo>
                  <a:pt x="6429485" y="984962"/>
                  <a:pt x="6929793" y="2101516"/>
                  <a:pt x="6929793" y="3334827"/>
                </a:cubicBezTo>
                <a:cubicBezTo>
                  <a:pt x="6929793" y="4645220"/>
                  <a:pt x="6364992" y="5823804"/>
                  <a:pt x="5465360" y="6640800"/>
                </a:cubicBezTo>
                <a:lnTo>
                  <a:pt x="5326462" y="6761018"/>
                </a:lnTo>
                <a:lnTo>
                  <a:pt x="0" y="6761018"/>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pic>
        <p:nvPicPr>
          <p:cNvPr id="2" name="updated logo" descr="Logo&#10;&#10;Description automatically generated">
            <a:extLst>
              <a:ext uri="{FF2B5EF4-FFF2-40B4-BE49-F238E27FC236}">
                <a16:creationId xmlns:a16="http://schemas.microsoft.com/office/drawing/2014/main" id="{772B347F-F7C5-F39C-2D59-19BAFA0C7B3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9899" y="471509"/>
            <a:ext cx="603504" cy="603504"/>
          </a:xfrm>
          <a:prstGeom prst="rect">
            <a:avLst/>
          </a:prstGeom>
        </p:spPr>
      </p:pic>
      <p:sp>
        <p:nvSpPr>
          <p:cNvPr id="22" name="Title 1">
            <a:extLst>
              <a:ext uri="{FF2B5EF4-FFF2-40B4-BE49-F238E27FC236}">
                <a16:creationId xmlns:a16="http://schemas.microsoft.com/office/drawing/2014/main" id="{898D6D05-97DF-4C74-8943-E0633B92DAB3}"/>
              </a:ext>
            </a:extLst>
          </p:cNvPr>
          <p:cNvSpPr>
            <a:spLocks noGrp="1"/>
          </p:cNvSpPr>
          <p:nvPr userDrawn="1">
            <p:ph type="ctrTitle"/>
          </p:nvPr>
        </p:nvSpPr>
        <p:spPr bwMode="black">
          <a:xfrm>
            <a:off x="457200" y="1143000"/>
            <a:ext cx="7970363" cy="2446038"/>
          </a:xfrm>
          <a:prstGeom prst="rect">
            <a:avLst/>
          </a:prstGeom>
        </p:spPr>
        <p:txBody>
          <a:bodyPr anchor="b"/>
          <a:lstStyle>
            <a:lvl1pPr algn="l">
              <a:defRPr sz="4800" spc="-130" baseline="0">
                <a:solidFill>
                  <a:schemeClr val="bg1"/>
                </a:solidFill>
              </a:defRPr>
            </a:lvl1pPr>
          </a:lstStyle>
          <a:p>
            <a:r>
              <a:rPr lang="en-US"/>
              <a:t>Click to edit Master title style</a:t>
            </a:r>
          </a:p>
        </p:txBody>
      </p:sp>
      <p:sp>
        <p:nvSpPr>
          <p:cNvPr id="4" name="Text Placeholder 2">
            <a:extLst>
              <a:ext uri="{FF2B5EF4-FFF2-40B4-BE49-F238E27FC236}">
                <a16:creationId xmlns:a16="http://schemas.microsoft.com/office/drawing/2014/main" id="{22F48ABA-D537-0BEA-5127-7333B84D859E}"/>
              </a:ext>
            </a:extLst>
          </p:cNvPr>
          <p:cNvSpPr>
            <a:spLocks noGrp="1"/>
          </p:cNvSpPr>
          <p:nvPr>
            <p:ph type="body" sz="quarter" idx="11"/>
          </p:nvPr>
        </p:nvSpPr>
        <p:spPr>
          <a:xfrm>
            <a:off x="457200" y="3933825"/>
            <a:ext cx="7970362" cy="1781175"/>
          </a:xfrm>
        </p:spPr>
        <p:txBody>
          <a:bodyPr>
            <a:normAutofit/>
          </a:bodyPr>
          <a:lstStyle>
            <a:lvl1pPr marL="0" indent="0">
              <a:lnSpc>
                <a:spcPct val="100000"/>
              </a:lnSpc>
              <a:spcBef>
                <a:spcPts val="0"/>
              </a:spcBef>
              <a:buFontTx/>
              <a:buNone/>
              <a:defRPr sz="1600">
                <a:solidFill>
                  <a:schemeClr val="bg1"/>
                </a:solidFill>
                <a:latin typeface="+mj-lt"/>
              </a:defRPr>
            </a:lvl1pPr>
            <a:lvl2pPr marL="228600" indent="-228600">
              <a:lnSpc>
                <a:spcPct val="100000"/>
              </a:lnSpc>
              <a:spcBef>
                <a:spcPts val="0"/>
              </a:spcBef>
              <a:buFontTx/>
              <a:buNone/>
              <a:defRPr sz="1600">
                <a:solidFill>
                  <a:schemeClr val="bg1"/>
                </a:solidFill>
              </a:defRPr>
            </a:lvl2pPr>
            <a:lvl3pPr marL="457200" indent="-457200">
              <a:buFontTx/>
              <a:buNone/>
              <a:defRPr sz="1600">
                <a:solidFill>
                  <a:schemeClr val="bg1"/>
                </a:solidFill>
              </a:defRPr>
            </a:lvl3pPr>
            <a:lvl4pPr marL="685800" indent="-685800">
              <a:buFontTx/>
              <a:buNone/>
              <a:defRPr sz="1600">
                <a:solidFill>
                  <a:schemeClr val="bg1"/>
                </a:solidFill>
              </a:defRPr>
            </a:lvl4pPr>
            <a:lvl5pPr>
              <a:buFontTx/>
              <a:buNone/>
              <a:defRPr>
                <a:solidFill>
                  <a:schemeClr val="bg1"/>
                </a:solidFill>
              </a:defRPr>
            </a:lvl5pPr>
          </a:lstStyle>
          <a:p>
            <a:pPr lvl="0"/>
            <a:r>
              <a:rPr lang="en-US"/>
              <a:t>Click to edit Master text styles</a:t>
            </a:r>
          </a:p>
          <a:p>
            <a:pPr lvl="1"/>
            <a:r>
              <a:rPr lang="en-US"/>
              <a:t>Second level</a:t>
            </a:r>
          </a:p>
        </p:txBody>
      </p:sp>
      <p:grpSp>
        <p:nvGrpSpPr>
          <p:cNvPr id="11" name="Group 10">
            <a:extLst>
              <a:ext uri="{FF2B5EF4-FFF2-40B4-BE49-F238E27FC236}">
                <a16:creationId xmlns:a16="http://schemas.microsoft.com/office/drawing/2014/main" id="{DFC6EA5E-5A1D-6E2E-9AB2-DDA91FB8D0E1}"/>
              </a:ext>
            </a:extLst>
          </p:cNvPr>
          <p:cNvGrpSpPr/>
          <p:nvPr userDrawn="1"/>
        </p:nvGrpSpPr>
        <p:grpSpPr>
          <a:xfrm>
            <a:off x="0" y="6763512"/>
            <a:ext cx="12192000" cy="94488"/>
            <a:chOff x="4107" y="7202786"/>
            <a:chExt cx="12187893" cy="317500"/>
          </a:xfrm>
        </p:grpSpPr>
        <p:sp>
          <p:nvSpPr>
            <p:cNvPr id="12" name="Rectangle 11">
              <a:extLst>
                <a:ext uri="{FF2B5EF4-FFF2-40B4-BE49-F238E27FC236}">
                  <a16:creationId xmlns:a16="http://schemas.microsoft.com/office/drawing/2014/main" id="{BEA6D9B0-74C4-6AD3-2F5A-0D9A0A25A146}"/>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3" name="Rectangle 12">
              <a:extLst>
                <a:ext uri="{FF2B5EF4-FFF2-40B4-BE49-F238E27FC236}">
                  <a16:creationId xmlns:a16="http://schemas.microsoft.com/office/drawing/2014/main" id="{CE81B0D8-AD94-7E25-17BB-5B5C122CE52E}"/>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0890C3A5-D415-4633-EC42-2247D7FF2FCC}"/>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5" name="Rectangle 14">
              <a:extLst>
                <a:ext uri="{FF2B5EF4-FFF2-40B4-BE49-F238E27FC236}">
                  <a16:creationId xmlns:a16="http://schemas.microsoft.com/office/drawing/2014/main" id="{8DE73C02-BD07-F8E3-9469-B833BB857418}"/>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687B3E5D-C809-7302-B35D-063597CCC738}"/>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graphicFrame>
        <p:nvGraphicFramePr>
          <p:cNvPr id="6" name="Table 5">
            <a:extLst>
              <a:ext uri="{FF2B5EF4-FFF2-40B4-BE49-F238E27FC236}">
                <a16:creationId xmlns:a16="http://schemas.microsoft.com/office/drawing/2014/main" id="{1083B1FC-8CA8-DED7-606A-10ED38568F98}"/>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7" name="Table 6">
            <a:extLst>
              <a:ext uri="{FF2B5EF4-FFF2-40B4-BE49-F238E27FC236}">
                <a16:creationId xmlns:a16="http://schemas.microsoft.com/office/drawing/2014/main" id="{A1D4A2C2-90D2-CD9D-EE93-2C53A3869885}"/>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2410822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no subhea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lvl1pPr>
              <a:defRPr/>
            </a:lvl1pPr>
          </a:lstStyle>
          <a:p>
            <a:r>
              <a:rPr lang="en-US"/>
              <a:t>Click to edit Master title style</a:t>
            </a:r>
          </a:p>
        </p:txBody>
      </p:sp>
      <p:sp>
        <p:nvSpPr>
          <p:cNvPr id="6" name="Footer Placeholder 10">
            <a:extLst>
              <a:ext uri="{FF2B5EF4-FFF2-40B4-BE49-F238E27FC236}">
                <a16:creationId xmlns:a16="http://schemas.microsoft.com/office/drawing/2014/main" id="{D1B9E611-EBCB-4798-8F9E-3B0DB65C3D23}"/>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4" name="Content Placeholder 2">
            <a:extLst>
              <a:ext uri="{FF2B5EF4-FFF2-40B4-BE49-F238E27FC236}">
                <a16:creationId xmlns:a16="http://schemas.microsoft.com/office/drawing/2014/main" id="{57749CBE-6746-CC4E-EA9D-1CC8402E3400}"/>
              </a:ext>
            </a:extLst>
          </p:cNvPr>
          <p:cNvSpPr>
            <a:spLocks noGrp="1"/>
          </p:cNvSpPr>
          <p:nvPr>
            <p:ph sz="quarter" idx="18"/>
          </p:nvPr>
        </p:nvSpPr>
        <p:spPr>
          <a:xfrm>
            <a:off x="457199" y="1967112"/>
            <a:ext cx="11274425" cy="4319388"/>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1805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no subhead: 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p>
            <a:r>
              <a:rPr lang="en-US"/>
              <a:t>Click to edit Master title style</a:t>
            </a:r>
          </a:p>
        </p:txBody>
      </p:sp>
      <p:sp>
        <p:nvSpPr>
          <p:cNvPr id="14" name="Content Placeholder 2">
            <a:extLst>
              <a:ext uri="{FF2B5EF4-FFF2-40B4-BE49-F238E27FC236}">
                <a16:creationId xmlns:a16="http://schemas.microsoft.com/office/drawing/2014/main" id="{279606EA-FADA-4FE6-87E6-E09757D0B27B}"/>
              </a:ext>
            </a:extLst>
          </p:cNvPr>
          <p:cNvSpPr>
            <a:spLocks noGrp="1"/>
          </p:cNvSpPr>
          <p:nvPr>
            <p:ph idx="1"/>
          </p:nvPr>
        </p:nvSpPr>
        <p:spPr>
          <a:xfrm>
            <a:off x="457200"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90CA3985-E3DD-4612-804A-CEB02709C77E}"/>
              </a:ext>
            </a:extLst>
          </p:cNvPr>
          <p:cNvSpPr>
            <a:spLocks noGrp="1"/>
          </p:cNvSpPr>
          <p:nvPr>
            <p:ph idx="14"/>
          </p:nvPr>
        </p:nvSpPr>
        <p:spPr>
          <a:xfrm>
            <a:off x="6268212"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4A26347B-2021-4942-92C1-51B7B994DD5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415485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no subhead: Two content weighted righ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p>
            <a:r>
              <a:rPr lang="en-US"/>
              <a:t>Click to edit Master title style</a:t>
            </a:r>
          </a:p>
        </p:txBody>
      </p:sp>
      <p:sp>
        <p:nvSpPr>
          <p:cNvPr id="18" name="Content Placeholder 2">
            <a:extLst>
              <a:ext uri="{FF2B5EF4-FFF2-40B4-BE49-F238E27FC236}">
                <a16:creationId xmlns:a16="http://schemas.microsoft.com/office/drawing/2014/main" id="{7A025CA9-E115-4D52-8789-5A3534668F32}"/>
              </a:ext>
            </a:extLst>
          </p:cNvPr>
          <p:cNvSpPr>
            <a:spLocks noGrp="1"/>
          </p:cNvSpPr>
          <p:nvPr>
            <p:ph idx="1"/>
          </p:nvPr>
        </p:nvSpPr>
        <p:spPr>
          <a:xfrm>
            <a:off x="4341478" y="1967113"/>
            <a:ext cx="7390273"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53492ED-1851-4AF7-BFB3-E3A888CEEF82}"/>
              </a:ext>
            </a:extLst>
          </p:cNvPr>
          <p:cNvSpPr>
            <a:spLocks noGrp="1"/>
          </p:cNvSpPr>
          <p:nvPr>
            <p:ph idx="14"/>
          </p:nvPr>
        </p:nvSpPr>
        <p:spPr>
          <a:xfrm>
            <a:off x="457200" y="1967113"/>
            <a:ext cx="3538497"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A113D465-78B8-4352-8A52-982DE49E00B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996630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subhead: Two content weighted lef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p>
            <a:r>
              <a:rPr lang="en-US"/>
              <a:t>Click to edit Master title style</a:t>
            </a:r>
          </a:p>
        </p:txBody>
      </p:sp>
      <p:sp>
        <p:nvSpPr>
          <p:cNvPr id="14" name="Content Placeholder 2">
            <a:extLst>
              <a:ext uri="{FF2B5EF4-FFF2-40B4-BE49-F238E27FC236}">
                <a16:creationId xmlns:a16="http://schemas.microsoft.com/office/drawing/2014/main" id="{2F0F5A16-0072-4CEB-B2D7-4ACEE38C201C}"/>
              </a:ext>
            </a:extLst>
          </p:cNvPr>
          <p:cNvSpPr>
            <a:spLocks noGrp="1"/>
          </p:cNvSpPr>
          <p:nvPr>
            <p:ph idx="14"/>
          </p:nvPr>
        </p:nvSpPr>
        <p:spPr>
          <a:xfrm>
            <a:off x="8198864" y="1967113"/>
            <a:ext cx="3519032"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854B4451-4579-4EF1-B801-2FD80690408C}"/>
              </a:ext>
            </a:extLst>
          </p:cNvPr>
          <p:cNvSpPr>
            <a:spLocks noGrp="1"/>
          </p:cNvSpPr>
          <p:nvPr>
            <p:ph idx="1"/>
          </p:nvPr>
        </p:nvSpPr>
        <p:spPr>
          <a:xfrm>
            <a:off x="457199" y="1967113"/>
            <a:ext cx="7395883"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10">
            <a:extLst>
              <a:ext uri="{FF2B5EF4-FFF2-40B4-BE49-F238E27FC236}">
                <a16:creationId xmlns:a16="http://schemas.microsoft.com/office/drawing/2014/main" id="{9A3BCCF9-FD2E-4741-9A94-8ED367E8288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3747262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no subhead: Three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p>
            <a:r>
              <a:rPr lang="en-US"/>
              <a:t>Click to edit Master title style</a:t>
            </a:r>
          </a:p>
        </p:txBody>
      </p:sp>
      <p:sp>
        <p:nvSpPr>
          <p:cNvPr id="18" name="Content Placeholder 2">
            <a:extLst>
              <a:ext uri="{FF2B5EF4-FFF2-40B4-BE49-F238E27FC236}">
                <a16:creationId xmlns:a16="http://schemas.microsoft.com/office/drawing/2014/main" id="{61CC9BBA-547D-4E18-BCA7-FDB5D1F64034}"/>
              </a:ext>
            </a:extLst>
          </p:cNvPr>
          <p:cNvSpPr>
            <a:spLocks noGrp="1"/>
          </p:cNvSpPr>
          <p:nvPr>
            <p:ph idx="14"/>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35C31D28-D6BF-43CC-A204-E65B83F1FE2C}"/>
              </a:ext>
            </a:extLst>
          </p:cNvPr>
          <p:cNvSpPr>
            <a:spLocks noGrp="1"/>
          </p:cNvSpPr>
          <p:nvPr>
            <p:ph idx="15"/>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A8A136-B3F1-4CD4-96F0-FC2034A3A402}"/>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32F2873F-33B6-4CA9-93C0-00806D71AFF4}"/>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120296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no subhead: Four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1"/>
            <a:ext cx="11274552" cy="758952"/>
          </a:xfrm>
        </p:spPr>
        <p:txBody>
          <a:bodyPr/>
          <a:lstStyle/>
          <a:p>
            <a:r>
              <a:rPr lang="en-US"/>
              <a:t>Click to edit Master title style</a:t>
            </a:r>
          </a:p>
        </p:txBody>
      </p:sp>
      <p:sp>
        <p:nvSpPr>
          <p:cNvPr id="14" name="Content Placeholder 2">
            <a:extLst>
              <a:ext uri="{FF2B5EF4-FFF2-40B4-BE49-F238E27FC236}">
                <a16:creationId xmlns:a16="http://schemas.microsoft.com/office/drawing/2014/main" id="{B4FECF13-45A3-4E5E-9C50-1FB1D52E748C}"/>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CF27CFD2-9839-4A48-8EC3-59FE0833DF69}"/>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9333903E-DD09-4D1B-A705-0126772D0C20}"/>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2">
            <a:extLst>
              <a:ext uri="{FF2B5EF4-FFF2-40B4-BE49-F238E27FC236}">
                <a16:creationId xmlns:a16="http://schemas.microsoft.com/office/drawing/2014/main" id="{307A4E12-8941-4699-8891-EE211FDC74A2}"/>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E34D3C8B-5D25-412C-B2B6-1C230F6ECB6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399565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no subhead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6A006-79D6-4FC0-8944-ED8D33182FB5}"/>
              </a:ext>
            </a:extLst>
          </p:cNvPr>
          <p:cNvSpPr>
            <a:spLocks noGrp="1"/>
          </p:cNvSpPr>
          <p:nvPr>
            <p:ph type="title"/>
          </p:nvPr>
        </p:nvSpPr>
        <p:spPr>
          <a:xfrm>
            <a:off x="457200" y="457200"/>
            <a:ext cx="11274552" cy="758952"/>
          </a:xfrm>
        </p:spPr>
        <p:txBody>
          <a:bodyPr/>
          <a:lstStyle/>
          <a:p>
            <a:r>
              <a:rPr lang="en-US"/>
              <a:t>Click to edit Master title style</a:t>
            </a:r>
          </a:p>
        </p:txBody>
      </p:sp>
      <p:sp>
        <p:nvSpPr>
          <p:cNvPr id="4" name="Footer Placeholder 10">
            <a:extLst>
              <a:ext uri="{FF2B5EF4-FFF2-40B4-BE49-F238E27FC236}">
                <a16:creationId xmlns:a16="http://schemas.microsoft.com/office/drawing/2014/main" id="{8B40CF54-3FB2-43C4-8ED2-061175C03E2F}"/>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270348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line title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26900AD-628D-4F3E-9698-1B0469E3E094}"/>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6" name="Footer Placeholder 10">
            <a:extLst>
              <a:ext uri="{FF2B5EF4-FFF2-40B4-BE49-F238E27FC236}">
                <a16:creationId xmlns:a16="http://schemas.microsoft.com/office/drawing/2014/main" id="{AA397C8B-D09B-41B4-A86B-A6CE5A8695E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3" name="Content Placeholder 2">
            <a:extLst>
              <a:ext uri="{FF2B5EF4-FFF2-40B4-BE49-F238E27FC236}">
                <a16:creationId xmlns:a16="http://schemas.microsoft.com/office/drawing/2014/main" id="{F7D73F4F-197F-7E57-AA50-C56A9C6D183A}"/>
              </a:ext>
            </a:extLst>
          </p:cNvPr>
          <p:cNvSpPr>
            <a:spLocks noGrp="1"/>
          </p:cNvSpPr>
          <p:nvPr>
            <p:ph sz="quarter" idx="18"/>
          </p:nvPr>
        </p:nvSpPr>
        <p:spPr>
          <a:xfrm>
            <a:off x="457199" y="1967112"/>
            <a:ext cx="11274425" cy="4319388"/>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64318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C47D26ED-DCAC-784D-8FBF-7B4971D8ADF3}"/>
              </a:ext>
            </a:extLst>
          </p:cNvPr>
          <p:cNvSpPr>
            <a:spLocks noGrp="1"/>
          </p:cNvSpPr>
          <p:nvPr>
            <p:ph idx="1"/>
          </p:nvPr>
        </p:nvSpPr>
        <p:spPr>
          <a:xfrm>
            <a:off x="457200"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2">
            <a:extLst>
              <a:ext uri="{FF2B5EF4-FFF2-40B4-BE49-F238E27FC236}">
                <a16:creationId xmlns:a16="http://schemas.microsoft.com/office/drawing/2014/main" id="{AF362B3D-2ED9-9544-AB97-326723A5E00A}"/>
              </a:ext>
            </a:extLst>
          </p:cNvPr>
          <p:cNvSpPr>
            <a:spLocks noGrp="1"/>
          </p:cNvSpPr>
          <p:nvPr>
            <p:ph idx="14"/>
          </p:nvPr>
        </p:nvSpPr>
        <p:spPr>
          <a:xfrm>
            <a:off x="6268212" y="1967112"/>
            <a:ext cx="5463540" cy="432573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itle 4">
            <a:extLst>
              <a:ext uri="{FF2B5EF4-FFF2-40B4-BE49-F238E27FC236}">
                <a16:creationId xmlns:a16="http://schemas.microsoft.com/office/drawing/2014/main" id="{F8074E31-D111-4E4A-BFED-12CF43E6D9E7}"/>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6" name="Footer Placeholder 10">
            <a:extLst>
              <a:ext uri="{FF2B5EF4-FFF2-40B4-BE49-F238E27FC236}">
                <a16:creationId xmlns:a16="http://schemas.microsoft.com/office/drawing/2014/main" id="{F8FD40ED-5AB8-4DC4-8FC4-4B5A986D340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ext Placeholder 6">
            <a:extLst>
              <a:ext uri="{FF2B5EF4-FFF2-40B4-BE49-F238E27FC236}">
                <a16:creationId xmlns:a16="http://schemas.microsoft.com/office/drawing/2014/main" id="{F814473A-6945-1F80-88EC-84794C8A7F4C}"/>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3955001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weighted right">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57A2ABEF-208D-4586-9E4F-EE7470886029}"/>
              </a:ext>
            </a:extLst>
          </p:cNvPr>
          <p:cNvSpPr>
            <a:spLocks noGrp="1"/>
          </p:cNvSpPr>
          <p:nvPr>
            <p:ph idx="1"/>
          </p:nvPr>
        </p:nvSpPr>
        <p:spPr>
          <a:xfrm>
            <a:off x="457200" y="1967113"/>
            <a:ext cx="3538497"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2">
            <a:extLst>
              <a:ext uri="{FF2B5EF4-FFF2-40B4-BE49-F238E27FC236}">
                <a16:creationId xmlns:a16="http://schemas.microsoft.com/office/drawing/2014/main" id="{12643E8C-C561-4D13-B00A-51A91E0A4407}"/>
              </a:ext>
            </a:extLst>
          </p:cNvPr>
          <p:cNvSpPr>
            <a:spLocks noGrp="1"/>
          </p:cNvSpPr>
          <p:nvPr>
            <p:ph idx="14"/>
          </p:nvPr>
        </p:nvSpPr>
        <p:spPr>
          <a:xfrm>
            <a:off x="4341479" y="1967113"/>
            <a:ext cx="7390272"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itle 4">
            <a:extLst>
              <a:ext uri="{FF2B5EF4-FFF2-40B4-BE49-F238E27FC236}">
                <a16:creationId xmlns:a16="http://schemas.microsoft.com/office/drawing/2014/main" id="{F8074E31-D111-4E4A-BFED-12CF43E6D9E7}"/>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6" name="Footer Placeholder 10">
            <a:extLst>
              <a:ext uri="{FF2B5EF4-FFF2-40B4-BE49-F238E27FC236}">
                <a16:creationId xmlns:a16="http://schemas.microsoft.com/office/drawing/2014/main" id="{96D6A4C0-6EC8-4405-ADE8-043BEC650C01}"/>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3" name="Text Placeholder 6">
            <a:extLst>
              <a:ext uri="{FF2B5EF4-FFF2-40B4-BE49-F238E27FC236}">
                <a16:creationId xmlns:a16="http://schemas.microsoft.com/office/drawing/2014/main" id="{BAA0D340-A28F-8B87-A512-1F4E5343A1C6}"/>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127258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line title with subhead: Two content weighted lef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EEACE-D06E-49E0-A987-8E14B93C2FF3}"/>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19" name="Content Placeholder 2">
            <a:extLst>
              <a:ext uri="{FF2B5EF4-FFF2-40B4-BE49-F238E27FC236}">
                <a16:creationId xmlns:a16="http://schemas.microsoft.com/office/drawing/2014/main" id="{543447AD-9B2C-4F8B-8840-33CC5A99A884}"/>
              </a:ext>
            </a:extLst>
          </p:cNvPr>
          <p:cNvSpPr>
            <a:spLocks noGrp="1"/>
          </p:cNvSpPr>
          <p:nvPr>
            <p:ph idx="14"/>
          </p:nvPr>
        </p:nvSpPr>
        <p:spPr>
          <a:xfrm>
            <a:off x="457200" y="1967113"/>
            <a:ext cx="7395882"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Content Placeholder 2">
            <a:extLst>
              <a:ext uri="{FF2B5EF4-FFF2-40B4-BE49-F238E27FC236}">
                <a16:creationId xmlns:a16="http://schemas.microsoft.com/office/drawing/2014/main" id="{6F568C8B-28E5-4A13-87CC-8002898E41B6}"/>
              </a:ext>
            </a:extLst>
          </p:cNvPr>
          <p:cNvSpPr>
            <a:spLocks noGrp="1"/>
          </p:cNvSpPr>
          <p:nvPr>
            <p:ph idx="1"/>
          </p:nvPr>
        </p:nvSpPr>
        <p:spPr>
          <a:xfrm>
            <a:off x="8198864" y="1967113"/>
            <a:ext cx="3519033"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C563DA4D-3F63-4B6C-B996-0708DC1DB49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ext Placeholder 6">
            <a:extLst>
              <a:ext uri="{FF2B5EF4-FFF2-40B4-BE49-F238E27FC236}">
                <a16:creationId xmlns:a16="http://schemas.microsoft.com/office/drawing/2014/main" id="{6A9799B9-7F19-E715-5ED6-FE12994E18D0}"/>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1531649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line title with subhead: Three content">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1FFE35A8-3B2A-4D50-B389-3EFEF7C33AEF}"/>
              </a:ext>
            </a:extLst>
          </p:cNvPr>
          <p:cNvSpPr>
            <a:spLocks noGrp="1"/>
          </p:cNvSpPr>
          <p:nvPr>
            <p:ph idx="14"/>
          </p:nvPr>
        </p:nvSpPr>
        <p:spPr>
          <a:xfrm>
            <a:off x="457199"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EE448C72-99CE-44E5-9192-1C07E845DB90}"/>
              </a:ext>
            </a:extLst>
          </p:cNvPr>
          <p:cNvSpPr>
            <a:spLocks noGrp="1"/>
          </p:cNvSpPr>
          <p:nvPr>
            <p:ph idx="15"/>
          </p:nvPr>
        </p:nvSpPr>
        <p:spPr>
          <a:xfrm>
            <a:off x="4334091"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6370C859-C19B-4489-A1B2-207EA480FA4A}"/>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22" name="Content Placeholder 2">
            <a:extLst>
              <a:ext uri="{FF2B5EF4-FFF2-40B4-BE49-F238E27FC236}">
                <a16:creationId xmlns:a16="http://schemas.microsoft.com/office/drawing/2014/main" id="{F40B6C54-3A77-4D1F-9FE2-40B10EEB6CEA}"/>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FD6F40AF-208C-439C-A929-97812791AA4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ext Placeholder 6">
            <a:extLst>
              <a:ext uri="{FF2B5EF4-FFF2-40B4-BE49-F238E27FC236}">
                <a16:creationId xmlns:a16="http://schemas.microsoft.com/office/drawing/2014/main" id="{2B067D8E-75E9-D132-71FD-084C3B2B2842}"/>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8640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line title with subhead: Four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A8119-8A9D-4E8D-9FBE-CEFF19695DCE}"/>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24" name="Content Placeholder 2">
            <a:extLst>
              <a:ext uri="{FF2B5EF4-FFF2-40B4-BE49-F238E27FC236}">
                <a16:creationId xmlns:a16="http://schemas.microsoft.com/office/drawing/2014/main" id="{AEE73A41-482C-463A-8FE1-6CE47D59D0E2}"/>
              </a:ext>
            </a:extLst>
          </p:cNvPr>
          <p:cNvSpPr>
            <a:spLocks noGrp="1"/>
          </p:cNvSpPr>
          <p:nvPr>
            <p:ph idx="18"/>
          </p:nvPr>
        </p:nvSpPr>
        <p:spPr>
          <a:xfrm>
            <a:off x="45567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Content Placeholder 2">
            <a:extLst>
              <a:ext uri="{FF2B5EF4-FFF2-40B4-BE49-F238E27FC236}">
                <a16:creationId xmlns:a16="http://schemas.microsoft.com/office/drawing/2014/main" id="{6C11CA0D-977D-49E5-9086-5ABC6F80618D}"/>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Content Placeholder 2">
            <a:extLst>
              <a:ext uri="{FF2B5EF4-FFF2-40B4-BE49-F238E27FC236}">
                <a16:creationId xmlns:a16="http://schemas.microsoft.com/office/drawing/2014/main" id="{A8BF6AFA-475F-4876-BEA9-2BDA015EF2DD}"/>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2FB7FBF6-36AE-49CD-B5DB-672873569C89}"/>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10">
            <a:extLst>
              <a:ext uri="{FF2B5EF4-FFF2-40B4-BE49-F238E27FC236}">
                <a16:creationId xmlns:a16="http://schemas.microsoft.com/office/drawing/2014/main" id="{58A3B94D-2155-4BEB-A474-C5E26315EEAA}"/>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ext Placeholder 6">
            <a:extLst>
              <a:ext uri="{FF2B5EF4-FFF2-40B4-BE49-F238E27FC236}">
                <a16:creationId xmlns:a16="http://schemas.microsoft.com/office/drawing/2014/main" id="{1EA87010-E13C-A918-52E1-F1859B1DEF25}"/>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63731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line title with subhead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EEACE-D06E-49E0-A987-8E14B93C2FF3}"/>
              </a:ext>
            </a:extLst>
          </p:cNvPr>
          <p:cNvSpPr>
            <a:spLocks noGrp="1"/>
          </p:cNvSpPr>
          <p:nvPr>
            <p:ph type="title"/>
          </p:nvPr>
        </p:nvSpPr>
        <p:spPr>
          <a:xfrm>
            <a:off x="457200" y="457200"/>
            <a:ext cx="11274552" cy="466344"/>
          </a:xfrm>
        </p:spPr>
        <p:txBody>
          <a:bodyPr/>
          <a:lstStyle/>
          <a:p>
            <a:r>
              <a:rPr lang="en-US"/>
              <a:t>Click to edit Master title style</a:t>
            </a:r>
          </a:p>
        </p:txBody>
      </p:sp>
      <p:sp>
        <p:nvSpPr>
          <p:cNvPr id="5" name="Footer Placeholder 10">
            <a:extLst>
              <a:ext uri="{FF2B5EF4-FFF2-40B4-BE49-F238E27FC236}">
                <a16:creationId xmlns:a16="http://schemas.microsoft.com/office/drawing/2014/main" id="{A1CE9E29-EC43-47AD-89B5-9689BD910B3D}"/>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ext Placeholder 6">
            <a:extLst>
              <a:ext uri="{FF2B5EF4-FFF2-40B4-BE49-F238E27FC236}">
                <a16:creationId xmlns:a16="http://schemas.microsoft.com/office/drawing/2014/main" id="{160E9BB3-1B4C-DF6F-1DDE-283051393996}"/>
              </a:ext>
            </a:extLst>
          </p:cNvPr>
          <p:cNvSpPr>
            <a:spLocks noGrp="1"/>
          </p:cNvSpPr>
          <p:nvPr>
            <p:ph type="body" sz="quarter" idx="17"/>
          </p:nvPr>
        </p:nvSpPr>
        <p:spPr>
          <a:xfrm>
            <a:off x="457200" y="882314"/>
            <a:ext cx="11274425" cy="365125"/>
          </a:xfrm>
        </p:spPr>
        <p:txBody>
          <a:bodyPr>
            <a:noAutofit/>
          </a:bodyPr>
          <a:lstStyle>
            <a:lvl1pPr marL="0" indent="0" algn="l" defTabSz="914400" rtl="0" eaLnBrk="1" latinLnBrk="0" hangingPunct="1">
              <a:lnSpc>
                <a:spcPct val="114000"/>
              </a:lnSpc>
              <a:spcBef>
                <a:spcPts val="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452075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line title with subhead">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lvl1pPr>
              <a:defRPr/>
            </a:lvl1pPr>
          </a:lstStyle>
          <a:p>
            <a:r>
              <a:rPr lang="en-US"/>
              <a:t>Click to edit Master title style</a:t>
            </a:r>
          </a:p>
        </p:txBody>
      </p:sp>
      <p:sp>
        <p:nvSpPr>
          <p:cNvPr id="5" name="Footer Placeholder 10">
            <a:extLst>
              <a:ext uri="{FF2B5EF4-FFF2-40B4-BE49-F238E27FC236}">
                <a16:creationId xmlns:a16="http://schemas.microsoft.com/office/drawing/2014/main" id="{79538170-21B6-4714-A9AD-5E119CA077D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4" name="Content Placeholder 3">
            <a:extLst>
              <a:ext uri="{FF2B5EF4-FFF2-40B4-BE49-F238E27FC236}">
                <a16:creationId xmlns:a16="http://schemas.microsoft.com/office/drawing/2014/main" id="{4558813C-E2AB-9D50-55C5-F8B396864FB7}"/>
              </a:ext>
            </a:extLst>
          </p:cNvPr>
          <p:cNvSpPr>
            <a:spLocks noGrp="1"/>
          </p:cNvSpPr>
          <p:nvPr>
            <p:ph sz="quarter" idx="18"/>
          </p:nvPr>
        </p:nvSpPr>
        <p:spPr>
          <a:xfrm>
            <a:off x="457200" y="1967113"/>
            <a:ext cx="11274424" cy="43193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46846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14" name="Content Placeholder 2">
            <a:extLst>
              <a:ext uri="{FF2B5EF4-FFF2-40B4-BE49-F238E27FC236}">
                <a16:creationId xmlns:a16="http://schemas.microsoft.com/office/drawing/2014/main" id="{14558AAC-739A-4D30-9B92-0A9FE3CDA49D}"/>
              </a:ext>
            </a:extLst>
          </p:cNvPr>
          <p:cNvSpPr>
            <a:spLocks noGrp="1"/>
          </p:cNvSpPr>
          <p:nvPr>
            <p:ph idx="1"/>
          </p:nvPr>
        </p:nvSpPr>
        <p:spPr>
          <a:xfrm>
            <a:off x="457200" y="1967112"/>
            <a:ext cx="5463540" cy="43193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9B787B0-48E4-433B-85C7-85541BFCFB95}"/>
              </a:ext>
            </a:extLst>
          </p:cNvPr>
          <p:cNvSpPr>
            <a:spLocks noGrp="1"/>
          </p:cNvSpPr>
          <p:nvPr>
            <p:ph idx="14"/>
          </p:nvPr>
        </p:nvSpPr>
        <p:spPr>
          <a:xfrm>
            <a:off x="6268212" y="1967112"/>
            <a:ext cx="5463540" cy="4319388"/>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DFD7C076-3F14-48C3-8F05-9CC51B385EEE}"/>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33992765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weighted righ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22" name="Content Placeholder 2">
            <a:extLst>
              <a:ext uri="{FF2B5EF4-FFF2-40B4-BE49-F238E27FC236}">
                <a16:creationId xmlns:a16="http://schemas.microsoft.com/office/drawing/2014/main" id="{CC545FD2-7A6E-4515-AF06-2BB0F6C9AAC3}"/>
              </a:ext>
            </a:extLst>
          </p:cNvPr>
          <p:cNvSpPr>
            <a:spLocks noGrp="1"/>
          </p:cNvSpPr>
          <p:nvPr>
            <p:ph idx="1"/>
          </p:nvPr>
        </p:nvSpPr>
        <p:spPr>
          <a:xfrm>
            <a:off x="457200" y="1967113"/>
            <a:ext cx="3538497"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0E33CA35-C6F0-4917-B7E6-A30CED917577}"/>
              </a:ext>
            </a:extLst>
          </p:cNvPr>
          <p:cNvSpPr>
            <a:spLocks noGrp="1"/>
          </p:cNvSpPr>
          <p:nvPr>
            <p:ph idx="14"/>
          </p:nvPr>
        </p:nvSpPr>
        <p:spPr>
          <a:xfrm>
            <a:off x="4341479" y="1967113"/>
            <a:ext cx="7390273"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21E9AEFA-CC51-4CE4-AF06-4E0BDE1E97C8}"/>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671784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line title with subhead: Two content weighted lef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22" name="Content Placeholder 2">
            <a:extLst>
              <a:ext uri="{FF2B5EF4-FFF2-40B4-BE49-F238E27FC236}">
                <a16:creationId xmlns:a16="http://schemas.microsoft.com/office/drawing/2014/main" id="{2EF85F38-9197-4646-B35C-FB5BF271A7A9}"/>
              </a:ext>
            </a:extLst>
          </p:cNvPr>
          <p:cNvSpPr>
            <a:spLocks noGrp="1"/>
          </p:cNvSpPr>
          <p:nvPr>
            <p:ph idx="14"/>
          </p:nvPr>
        </p:nvSpPr>
        <p:spPr>
          <a:xfrm>
            <a:off x="457200" y="1967113"/>
            <a:ext cx="7395882"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Content Placeholder 2">
            <a:extLst>
              <a:ext uri="{FF2B5EF4-FFF2-40B4-BE49-F238E27FC236}">
                <a16:creationId xmlns:a16="http://schemas.microsoft.com/office/drawing/2014/main" id="{BC7A3651-D256-41A5-AAFF-DB7CE7BFD36B}"/>
              </a:ext>
            </a:extLst>
          </p:cNvPr>
          <p:cNvSpPr>
            <a:spLocks noGrp="1"/>
          </p:cNvSpPr>
          <p:nvPr>
            <p:ph idx="1"/>
          </p:nvPr>
        </p:nvSpPr>
        <p:spPr>
          <a:xfrm>
            <a:off x="8198864" y="1967113"/>
            <a:ext cx="3519033"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748F3F40-E9B0-4B1B-9E2E-81BF2177B7F8}"/>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535429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line title with subhead: Three content">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9C93C290-E978-440A-8017-3A133672AE22}"/>
              </a:ext>
            </a:extLst>
          </p:cNvPr>
          <p:cNvSpPr>
            <a:spLocks noGrp="1"/>
          </p:cNvSpPr>
          <p:nvPr>
            <p:ph idx="14"/>
          </p:nvPr>
        </p:nvSpPr>
        <p:spPr>
          <a:xfrm>
            <a:off x="457200"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Content Placeholder 2">
            <a:extLst>
              <a:ext uri="{FF2B5EF4-FFF2-40B4-BE49-F238E27FC236}">
                <a16:creationId xmlns:a16="http://schemas.microsoft.com/office/drawing/2014/main" id="{32ECA63C-E4C9-4727-B43F-4A7ABC84D728}"/>
              </a:ext>
            </a:extLst>
          </p:cNvPr>
          <p:cNvSpPr>
            <a:spLocks noGrp="1"/>
          </p:cNvSpPr>
          <p:nvPr>
            <p:ph idx="15"/>
          </p:nvPr>
        </p:nvSpPr>
        <p:spPr>
          <a:xfrm>
            <a:off x="4334090"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25" name="Content Placeholder 2">
            <a:extLst>
              <a:ext uri="{FF2B5EF4-FFF2-40B4-BE49-F238E27FC236}">
                <a16:creationId xmlns:a16="http://schemas.microsoft.com/office/drawing/2014/main" id="{7E333B3F-3E99-48D9-B017-755F0DAF0B4B}"/>
              </a:ext>
            </a:extLst>
          </p:cNvPr>
          <p:cNvSpPr>
            <a:spLocks noGrp="1"/>
          </p:cNvSpPr>
          <p:nvPr>
            <p:ph idx="16"/>
          </p:nvPr>
        </p:nvSpPr>
        <p:spPr>
          <a:xfrm>
            <a:off x="8198863" y="1967113"/>
            <a:ext cx="3523817" cy="431303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09D7F567-DEE9-4052-9068-ACC47817C2F6}"/>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8484828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line title with subhead: Four content">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25" name="Content Placeholder 2">
            <a:extLst>
              <a:ext uri="{FF2B5EF4-FFF2-40B4-BE49-F238E27FC236}">
                <a16:creationId xmlns:a16="http://schemas.microsoft.com/office/drawing/2014/main" id="{E9CF6EB7-3F22-4CAA-9506-5B9D47D1ECFD}"/>
              </a:ext>
            </a:extLst>
          </p:cNvPr>
          <p:cNvSpPr>
            <a:spLocks noGrp="1"/>
          </p:cNvSpPr>
          <p:nvPr>
            <p:ph idx="18"/>
          </p:nvPr>
        </p:nvSpPr>
        <p:spPr>
          <a:xfrm>
            <a:off x="45720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Content Placeholder 2">
            <a:extLst>
              <a:ext uri="{FF2B5EF4-FFF2-40B4-BE49-F238E27FC236}">
                <a16:creationId xmlns:a16="http://schemas.microsoft.com/office/drawing/2014/main" id="{94D2C927-853F-40F7-BEA8-EB87EBD405C4}"/>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F4C8CB9D-0E1B-4F5D-B9E7-3C1F8049818A}"/>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Content Placeholder 2">
            <a:extLst>
              <a:ext uri="{FF2B5EF4-FFF2-40B4-BE49-F238E27FC236}">
                <a16:creationId xmlns:a16="http://schemas.microsoft.com/office/drawing/2014/main" id="{214F2138-4345-4175-BA09-5927B84F558D}"/>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10">
            <a:extLst>
              <a:ext uri="{FF2B5EF4-FFF2-40B4-BE49-F238E27FC236}">
                <a16:creationId xmlns:a16="http://schemas.microsoft.com/office/drawing/2014/main" id="{456493A9-E23C-409C-A174-414FC86274E5}"/>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28866338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line title with subhead only">
    <p:spTree>
      <p:nvGrpSpPr>
        <p:cNvPr id="1" name=""/>
        <p:cNvGrpSpPr/>
        <p:nvPr/>
      </p:nvGrpSpPr>
      <p:grpSpPr>
        <a:xfrm>
          <a:off x="0" y="0"/>
          <a:ext cx="0" cy="0"/>
          <a:chOff x="0" y="0"/>
          <a:chExt cx="0" cy="0"/>
        </a:xfrm>
      </p:grpSpPr>
      <p:sp>
        <p:nvSpPr>
          <p:cNvPr id="19" name="Text Placeholder 6">
            <a:extLst>
              <a:ext uri="{FF2B5EF4-FFF2-40B4-BE49-F238E27FC236}">
                <a16:creationId xmlns:a16="http://schemas.microsoft.com/office/drawing/2014/main" id="{60E130A3-E8DD-40D1-97C8-1ADDAAE7BDA9}"/>
              </a:ext>
            </a:extLst>
          </p:cNvPr>
          <p:cNvSpPr>
            <a:spLocks noGrp="1"/>
          </p:cNvSpPr>
          <p:nvPr>
            <p:ph type="body" sz="quarter" idx="17"/>
          </p:nvPr>
        </p:nvSpPr>
        <p:spPr>
          <a:xfrm>
            <a:off x="457200" y="1283032"/>
            <a:ext cx="11274425" cy="365125"/>
          </a:xfrm>
        </p:spPr>
        <p:txBody>
          <a:bodyPr>
            <a:noAutofit/>
          </a:bodyPr>
          <a:lstStyle>
            <a:lvl1pPr marL="0" indent="0" algn="l" defTabSz="914400" rtl="0" eaLnBrk="1" latinLnBrk="0" hangingPunct="1">
              <a:lnSpc>
                <a:spcPct val="114000"/>
              </a:lnSpc>
              <a:spcBef>
                <a:spcPts val="600"/>
              </a:spcBef>
              <a:buFontTx/>
              <a:buNone/>
              <a:defRPr lang="en-US" sz="1600" kern="1200" spc="-20" dirty="0" smtClean="0">
                <a:solidFill>
                  <a:schemeClr val="tx1">
                    <a:lumMod val="50000"/>
                    <a:lumOff val="50000"/>
                  </a:schemeClr>
                </a:solidFill>
                <a:latin typeface="+mn-lt"/>
                <a:ea typeface="+mn-ea"/>
                <a:cs typeface="Arial" panose="020B0604020202020204" pitchFamily="34" charset="0"/>
              </a:defRPr>
            </a:lvl1pPr>
            <a:lvl2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14000"/>
              </a:lnSpc>
              <a:spcBef>
                <a:spcPts val="600"/>
              </a:spcBef>
              <a:buFontTx/>
              <a:buNone/>
              <a:defRPr lang="en-US" sz="1800" kern="1200" spc="-20" dirty="0" smtClean="0">
                <a:solidFill>
                  <a:schemeClr val="tx1">
                    <a:lumMod val="50000"/>
                    <a:lumOff val="50000"/>
                  </a:schemeClr>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14000"/>
              </a:lnSpc>
              <a:spcBef>
                <a:spcPts val="600"/>
              </a:spcBef>
              <a:buFontTx/>
              <a:buNone/>
              <a:defRPr lang="en-US" sz="1800" kern="1200" spc="-20" dirty="0">
                <a:solidFill>
                  <a:schemeClr val="tx1">
                    <a:lumMod val="50000"/>
                    <a:lumOff val="50000"/>
                  </a:schemeClr>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sp>
        <p:nvSpPr>
          <p:cNvPr id="8" name="Title 7">
            <a:extLst>
              <a:ext uri="{FF2B5EF4-FFF2-40B4-BE49-F238E27FC236}">
                <a16:creationId xmlns:a16="http://schemas.microsoft.com/office/drawing/2014/main" id="{1C23D10D-1090-4427-9F31-293A8D9B4639}"/>
              </a:ext>
            </a:extLst>
          </p:cNvPr>
          <p:cNvSpPr>
            <a:spLocks noGrp="1"/>
          </p:cNvSpPr>
          <p:nvPr>
            <p:ph type="title"/>
          </p:nvPr>
        </p:nvSpPr>
        <p:spPr/>
        <p:txBody>
          <a:bodyPr/>
          <a:lstStyle/>
          <a:p>
            <a:r>
              <a:rPr lang="en-US"/>
              <a:t>Click to edit Master title style</a:t>
            </a:r>
          </a:p>
        </p:txBody>
      </p:sp>
      <p:sp>
        <p:nvSpPr>
          <p:cNvPr id="4" name="Footer Placeholder 10">
            <a:extLst>
              <a:ext uri="{FF2B5EF4-FFF2-40B4-BE49-F238E27FC236}">
                <a16:creationId xmlns:a16="http://schemas.microsoft.com/office/drawing/2014/main" id="{1C314CCC-913F-4DA2-91CF-D7C89A96EFF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212170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yebrow and title">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15EB4C16-F274-42E0-B1FF-E1717C7E871F}"/>
              </a:ext>
            </a:extLst>
          </p:cNvPr>
          <p:cNvSpPr>
            <a:spLocks noGrp="1"/>
          </p:cNvSpPr>
          <p:nvPr>
            <p:ph type="title"/>
          </p:nvPr>
        </p:nvSpPr>
        <p:spPr>
          <a:xfrm>
            <a:off x="457200" y="754133"/>
            <a:ext cx="11274552" cy="753995"/>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8AF75BD6-4444-4897-A7D2-43BB9BBF2C48}"/>
              </a:ext>
            </a:extLst>
          </p:cNvPr>
          <p:cNvSpPr>
            <a:spLocks noGrp="1"/>
          </p:cNvSpPr>
          <p:nvPr>
            <p:ph sz="quarter" idx="15" hasCustomPrompt="1"/>
          </p:nvPr>
        </p:nvSpPr>
        <p:spPr>
          <a:xfrm>
            <a:off x="457200" y="431800"/>
            <a:ext cx="5937250" cy="198438"/>
          </a:xfrm>
        </p:spPr>
        <p:txBody>
          <a:bodyPr>
            <a:noAutofit/>
          </a:bodyPr>
          <a:lstStyle>
            <a:lvl1pPr marL="0" indent="0">
              <a:buNone/>
              <a:defRPr lang="en-US" sz="1100" b="1" kern="1200" cap="all" spc="200" baseline="0" dirty="0">
                <a:solidFill>
                  <a:schemeClr val="tx1"/>
                </a:solidFill>
                <a:latin typeface="+mj-lt"/>
                <a:ea typeface="+mn-ea"/>
                <a:cs typeface="Arial" panose="020B0604020202020204" pitchFamily="34" charset="0"/>
              </a:defRPr>
            </a:lvl1pPr>
          </a:lstStyle>
          <a:p>
            <a:pPr marL="0" lvl="0" indent="0" algn="l" defTabSz="914400" rtl="0" eaLnBrk="1" latinLnBrk="0" hangingPunct="1">
              <a:lnSpc>
                <a:spcPct val="114000"/>
              </a:lnSpc>
              <a:spcBef>
                <a:spcPts val="600"/>
              </a:spcBef>
              <a:buFontTx/>
              <a:buNone/>
            </a:pPr>
            <a:r>
              <a:rPr lang="en-US"/>
              <a:t>CLICK TO ADD EYEBROW</a:t>
            </a:r>
          </a:p>
        </p:txBody>
      </p:sp>
      <p:sp>
        <p:nvSpPr>
          <p:cNvPr id="5" name="Footer Placeholder 10">
            <a:extLst>
              <a:ext uri="{FF2B5EF4-FFF2-40B4-BE49-F238E27FC236}">
                <a16:creationId xmlns:a16="http://schemas.microsoft.com/office/drawing/2014/main" id="{4A4DCBC1-8EA3-4E87-837A-83F17AC845BC}"/>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4" name="Content Placeholder 3">
            <a:extLst>
              <a:ext uri="{FF2B5EF4-FFF2-40B4-BE49-F238E27FC236}">
                <a16:creationId xmlns:a16="http://schemas.microsoft.com/office/drawing/2014/main" id="{1FC1DC05-006E-F738-0EB7-C5B89C35E3DD}"/>
              </a:ext>
            </a:extLst>
          </p:cNvPr>
          <p:cNvSpPr>
            <a:spLocks noGrp="1"/>
          </p:cNvSpPr>
          <p:nvPr>
            <p:ph sz="quarter" idx="16"/>
          </p:nvPr>
        </p:nvSpPr>
        <p:spPr>
          <a:xfrm>
            <a:off x="457200" y="1967113"/>
            <a:ext cx="11274425" cy="431938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75126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yebrow and title: 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CB2A4FB-D20C-E24D-1F1A-3662166BAE39}"/>
              </a:ext>
            </a:extLst>
          </p:cNvPr>
          <p:cNvSpPr>
            <a:spLocks noGrp="1"/>
          </p:cNvSpPr>
          <p:nvPr>
            <p:ph sz="quarter" idx="17"/>
          </p:nvPr>
        </p:nvSpPr>
        <p:spPr>
          <a:xfrm>
            <a:off x="457200" y="1967110"/>
            <a:ext cx="5463540" cy="43193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6">
            <a:extLst>
              <a:ext uri="{FF2B5EF4-FFF2-40B4-BE49-F238E27FC236}">
                <a16:creationId xmlns:a16="http://schemas.microsoft.com/office/drawing/2014/main" id="{C037FE79-DBDE-5F53-2F29-E0206E2B2114}"/>
              </a:ext>
            </a:extLst>
          </p:cNvPr>
          <p:cNvSpPr>
            <a:spLocks noGrp="1"/>
          </p:cNvSpPr>
          <p:nvPr>
            <p:ph sz="quarter" idx="18"/>
          </p:nvPr>
        </p:nvSpPr>
        <p:spPr>
          <a:xfrm>
            <a:off x="6268212" y="1967111"/>
            <a:ext cx="5463540" cy="431938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5">
            <a:extLst>
              <a:ext uri="{FF2B5EF4-FFF2-40B4-BE49-F238E27FC236}">
                <a16:creationId xmlns:a16="http://schemas.microsoft.com/office/drawing/2014/main" id="{0E0E0026-750C-4749-8A4B-F50BDFEB1D84}"/>
              </a:ext>
            </a:extLst>
          </p:cNvPr>
          <p:cNvSpPr>
            <a:spLocks noGrp="1"/>
          </p:cNvSpPr>
          <p:nvPr>
            <p:ph sz="quarter" idx="16" hasCustomPrompt="1"/>
          </p:nvPr>
        </p:nvSpPr>
        <p:spPr>
          <a:xfrm>
            <a:off x="457200" y="431800"/>
            <a:ext cx="5937250" cy="198438"/>
          </a:xfrm>
        </p:spPr>
        <p:txBody>
          <a:bodyPr vert="horz" lIns="0" tIns="0" rIns="0" bIns="0" rtlCol="0">
            <a:noAutofit/>
          </a:bodyPr>
          <a:lstStyle>
            <a:lvl1pPr>
              <a:defRPr lang="en-US" sz="1100" b="1" cap="all" spc="200" baseline="0">
                <a:latin typeface="+mj-lt"/>
              </a:defRPr>
            </a:lvl1pPr>
          </a:lstStyle>
          <a:p>
            <a:pPr lvl="0">
              <a:spcBef>
                <a:spcPts val="600"/>
              </a:spcBef>
              <a:buFontTx/>
            </a:pPr>
            <a:r>
              <a:rPr lang="en-US"/>
              <a:t>CLICK TO ADD EYEBROW</a:t>
            </a:r>
          </a:p>
        </p:txBody>
      </p:sp>
      <p:sp>
        <p:nvSpPr>
          <p:cNvPr id="6" name="Footer Placeholder 10">
            <a:extLst>
              <a:ext uri="{FF2B5EF4-FFF2-40B4-BE49-F238E27FC236}">
                <a16:creationId xmlns:a16="http://schemas.microsoft.com/office/drawing/2014/main" id="{82695469-62BA-4F8A-9BAF-A9C4A0869C12}"/>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itle 10">
            <a:extLst>
              <a:ext uri="{FF2B5EF4-FFF2-40B4-BE49-F238E27FC236}">
                <a16:creationId xmlns:a16="http://schemas.microsoft.com/office/drawing/2014/main" id="{69A1F3D5-FC6A-7451-8E07-C77499E8D381}"/>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422808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yebrow and title: Two content weighted righ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DF1117-59D9-A64E-88A8-03E6E5A4BE6A}"/>
              </a:ext>
            </a:extLst>
          </p:cNvPr>
          <p:cNvSpPr>
            <a:spLocks noGrp="1"/>
          </p:cNvSpPr>
          <p:nvPr>
            <p:ph sz="quarter" idx="17"/>
          </p:nvPr>
        </p:nvSpPr>
        <p:spPr>
          <a:xfrm>
            <a:off x="457200" y="1967113"/>
            <a:ext cx="3538497" cy="43193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6">
            <a:extLst>
              <a:ext uri="{FF2B5EF4-FFF2-40B4-BE49-F238E27FC236}">
                <a16:creationId xmlns:a16="http://schemas.microsoft.com/office/drawing/2014/main" id="{3B49516B-F45D-9D14-C233-CD4CBC97DB01}"/>
              </a:ext>
            </a:extLst>
          </p:cNvPr>
          <p:cNvSpPr>
            <a:spLocks noGrp="1"/>
          </p:cNvSpPr>
          <p:nvPr>
            <p:ph sz="quarter" idx="18"/>
          </p:nvPr>
        </p:nvSpPr>
        <p:spPr>
          <a:xfrm>
            <a:off x="4341477" y="1967113"/>
            <a:ext cx="7390273" cy="43193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5">
            <a:extLst>
              <a:ext uri="{FF2B5EF4-FFF2-40B4-BE49-F238E27FC236}">
                <a16:creationId xmlns:a16="http://schemas.microsoft.com/office/drawing/2014/main" id="{B26C481B-8F05-454E-B9A0-E5483867A6CE}"/>
              </a:ext>
            </a:extLst>
          </p:cNvPr>
          <p:cNvSpPr>
            <a:spLocks noGrp="1"/>
          </p:cNvSpPr>
          <p:nvPr>
            <p:ph sz="quarter" idx="16" hasCustomPrompt="1"/>
          </p:nvPr>
        </p:nvSpPr>
        <p:spPr>
          <a:xfrm>
            <a:off x="457200" y="431800"/>
            <a:ext cx="5937250" cy="198438"/>
          </a:xfrm>
        </p:spPr>
        <p:txBody>
          <a:bodyPr vert="horz" lIns="0" tIns="0" rIns="0" bIns="0" rtlCol="0">
            <a:noAutofit/>
          </a:bodyPr>
          <a:lstStyle>
            <a:lvl1pPr>
              <a:defRPr lang="en-US" sz="1100" b="1" cap="all" spc="200" baseline="0" dirty="0">
                <a:latin typeface="+mj-lt"/>
              </a:defRPr>
            </a:lvl1pPr>
          </a:lstStyle>
          <a:p>
            <a:pPr lvl="0">
              <a:spcBef>
                <a:spcPts val="600"/>
              </a:spcBef>
              <a:buFontTx/>
            </a:pPr>
            <a:r>
              <a:rPr lang="en-US"/>
              <a:t>CLICK TO ADD EYEBROW</a:t>
            </a:r>
          </a:p>
        </p:txBody>
      </p:sp>
      <p:sp>
        <p:nvSpPr>
          <p:cNvPr id="6" name="Footer Placeholder 10">
            <a:extLst>
              <a:ext uri="{FF2B5EF4-FFF2-40B4-BE49-F238E27FC236}">
                <a16:creationId xmlns:a16="http://schemas.microsoft.com/office/drawing/2014/main" id="{2A3D27C5-73FD-45B9-8B63-64387D57F04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itle 10">
            <a:extLst>
              <a:ext uri="{FF2B5EF4-FFF2-40B4-BE49-F238E27FC236}">
                <a16:creationId xmlns:a16="http://schemas.microsoft.com/office/drawing/2014/main" id="{D13007F4-2A33-C302-8448-C2D06F12A832}"/>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18170845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yebrow and title: Two content weighted lef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BD8BB00-1CA4-78E2-2579-EB8D4E880AE5}"/>
              </a:ext>
            </a:extLst>
          </p:cNvPr>
          <p:cNvSpPr>
            <a:spLocks noGrp="1"/>
          </p:cNvSpPr>
          <p:nvPr>
            <p:ph sz="quarter" idx="17"/>
          </p:nvPr>
        </p:nvSpPr>
        <p:spPr>
          <a:xfrm>
            <a:off x="457200" y="1967113"/>
            <a:ext cx="7395881" cy="431938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6">
            <a:extLst>
              <a:ext uri="{FF2B5EF4-FFF2-40B4-BE49-F238E27FC236}">
                <a16:creationId xmlns:a16="http://schemas.microsoft.com/office/drawing/2014/main" id="{9AD86D8F-1B52-2C03-D701-7D22429A2492}"/>
              </a:ext>
            </a:extLst>
          </p:cNvPr>
          <p:cNvSpPr>
            <a:spLocks noGrp="1"/>
          </p:cNvSpPr>
          <p:nvPr>
            <p:ph sz="quarter" idx="18"/>
          </p:nvPr>
        </p:nvSpPr>
        <p:spPr>
          <a:xfrm>
            <a:off x="8198863" y="1967113"/>
            <a:ext cx="3519034" cy="431938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5">
            <a:extLst>
              <a:ext uri="{FF2B5EF4-FFF2-40B4-BE49-F238E27FC236}">
                <a16:creationId xmlns:a16="http://schemas.microsoft.com/office/drawing/2014/main" id="{862AB041-0459-420C-AFE3-C7423F7F4616}"/>
              </a:ext>
            </a:extLst>
          </p:cNvPr>
          <p:cNvSpPr>
            <a:spLocks noGrp="1"/>
          </p:cNvSpPr>
          <p:nvPr>
            <p:ph sz="quarter" idx="16" hasCustomPrompt="1"/>
          </p:nvPr>
        </p:nvSpPr>
        <p:spPr>
          <a:xfrm>
            <a:off x="457200" y="431800"/>
            <a:ext cx="5937250" cy="198438"/>
          </a:xfrm>
        </p:spPr>
        <p:txBody>
          <a:bodyPr vert="horz" lIns="0" tIns="0" rIns="0" bIns="0" rtlCol="0">
            <a:noAutofit/>
          </a:bodyPr>
          <a:lstStyle>
            <a:lvl1pPr>
              <a:defRPr lang="en-US" sz="1100" b="1" cap="all" spc="200" baseline="0">
                <a:latin typeface="+mj-lt"/>
              </a:defRPr>
            </a:lvl1pPr>
          </a:lstStyle>
          <a:p>
            <a:pPr lvl="0">
              <a:spcBef>
                <a:spcPts val="600"/>
              </a:spcBef>
              <a:buFontTx/>
            </a:pPr>
            <a:r>
              <a:rPr lang="en-US"/>
              <a:t>CLICK TO ADD EYEBROW</a:t>
            </a:r>
          </a:p>
        </p:txBody>
      </p:sp>
      <p:sp>
        <p:nvSpPr>
          <p:cNvPr id="6" name="Footer Placeholder 10">
            <a:extLst>
              <a:ext uri="{FF2B5EF4-FFF2-40B4-BE49-F238E27FC236}">
                <a16:creationId xmlns:a16="http://schemas.microsoft.com/office/drawing/2014/main" id="{44CBCC9F-B157-48A2-8BCD-F4134ED0D8A9}"/>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itle 10">
            <a:extLst>
              <a:ext uri="{FF2B5EF4-FFF2-40B4-BE49-F238E27FC236}">
                <a16:creationId xmlns:a16="http://schemas.microsoft.com/office/drawing/2014/main" id="{9B88FDF8-D4DF-BACA-9559-9BF4F251A763}"/>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14761104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yebrow and title: Three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D0FB5A-DE6D-A88A-FE9B-0EC06DDF8590}"/>
              </a:ext>
            </a:extLst>
          </p:cNvPr>
          <p:cNvSpPr>
            <a:spLocks noGrp="1"/>
          </p:cNvSpPr>
          <p:nvPr>
            <p:ph sz="quarter" idx="18"/>
          </p:nvPr>
        </p:nvSpPr>
        <p:spPr>
          <a:xfrm>
            <a:off x="457200" y="1967113"/>
            <a:ext cx="3523817" cy="43130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5">
            <a:extLst>
              <a:ext uri="{FF2B5EF4-FFF2-40B4-BE49-F238E27FC236}">
                <a16:creationId xmlns:a16="http://schemas.microsoft.com/office/drawing/2014/main" id="{CCCC7378-96F3-0BE2-A9E9-820F178A5D1F}"/>
              </a:ext>
            </a:extLst>
          </p:cNvPr>
          <p:cNvSpPr>
            <a:spLocks noGrp="1"/>
          </p:cNvSpPr>
          <p:nvPr>
            <p:ph sz="quarter" idx="19"/>
          </p:nvPr>
        </p:nvSpPr>
        <p:spPr>
          <a:xfrm>
            <a:off x="4334091" y="1967113"/>
            <a:ext cx="3523816" cy="43130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11">
            <a:extLst>
              <a:ext uri="{FF2B5EF4-FFF2-40B4-BE49-F238E27FC236}">
                <a16:creationId xmlns:a16="http://schemas.microsoft.com/office/drawing/2014/main" id="{21E5068E-D382-F80C-7B98-62E993F74152}"/>
              </a:ext>
            </a:extLst>
          </p:cNvPr>
          <p:cNvSpPr>
            <a:spLocks noGrp="1"/>
          </p:cNvSpPr>
          <p:nvPr>
            <p:ph sz="quarter" idx="20"/>
          </p:nvPr>
        </p:nvSpPr>
        <p:spPr>
          <a:xfrm>
            <a:off x="8198863" y="1967113"/>
            <a:ext cx="3524250" cy="43130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Footer Placeholder 10">
            <a:extLst>
              <a:ext uri="{FF2B5EF4-FFF2-40B4-BE49-F238E27FC236}">
                <a16:creationId xmlns:a16="http://schemas.microsoft.com/office/drawing/2014/main" id="{DCBE6651-8BD1-4E33-8D74-09677F47D6B6}"/>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8" name="Content Placeholder 5">
            <a:extLst>
              <a:ext uri="{FF2B5EF4-FFF2-40B4-BE49-F238E27FC236}">
                <a16:creationId xmlns:a16="http://schemas.microsoft.com/office/drawing/2014/main" id="{2F760F50-2662-608E-F6AC-A961A45EF208}"/>
              </a:ext>
            </a:extLst>
          </p:cNvPr>
          <p:cNvSpPr>
            <a:spLocks noGrp="1"/>
          </p:cNvSpPr>
          <p:nvPr>
            <p:ph sz="quarter" idx="17" hasCustomPrompt="1"/>
          </p:nvPr>
        </p:nvSpPr>
        <p:spPr>
          <a:xfrm>
            <a:off x="457200" y="431800"/>
            <a:ext cx="5937250" cy="198438"/>
          </a:xfrm>
        </p:spPr>
        <p:txBody>
          <a:bodyPr vert="horz" lIns="0" tIns="0" rIns="0" bIns="0" rtlCol="0">
            <a:noAutofit/>
          </a:bodyPr>
          <a:lstStyle>
            <a:lvl1pPr>
              <a:defRPr lang="en-US" sz="1100" b="1" cap="all" spc="200" baseline="0">
                <a:latin typeface="+mj-lt"/>
              </a:defRPr>
            </a:lvl1pPr>
          </a:lstStyle>
          <a:p>
            <a:pPr lvl="0">
              <a:spcBef>
                <a:spcPts val="600"/>
              </a:spcBef>
              <a:buFontTx/>
            </a:pPr>
            <a:r>
              <a:rPr lang="en-US"/>
              <a:t>CLICK TO ADD EYEBROW</a:t>
            </a:r>
          </a:p>
        </p:txBody>
      </p:sp>
      <p:sp>
        <p:nvSpPr>
          <p:cNvPr id="2" name="Title 10">
            <a:extLst>
              <a:ext uri="{FF2B5EF4-FFF2-40B4-BE49-F238E27FC236}">
                <a16:creationId xmlns:a16="http://schemas.microsoft.com/office/drawing/2014/main" id="{D61BA132-52F2-3D3A-69FA-1A962510BB64}"/>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2199544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yebrow and title: Four content">
    <p:spTree>
      <p:nvGrpSpPr>
        <p:cNvPr id="1" name=""/>
        <p:cNvGrpSpPr/>
        <p:nvPr/>
      </p:nvGrpSpPr>
      <p:grpSpPr>
        <a:xfrm>
          <a:off x="0" y="0"/>
          <a:ext cx="0" cy="0"/>
          <a:chOff x="0" y="0"/>
          <a:chExt cx="0" cy="0"/>
        </a:xfrm>
      </p:grpSpPr>
      <p:sp>
        <p:nvSpPr>
          <p:cNvPr id="26" name="Content Placeholder 2">
            <a:extLst>
              <a:ext uri="{FF2B5EF4-FFF2-40B4-BE49-F238E27FC236}">
                <a16:creationId xmlns:a16="http://schemas.microsoft.com/office/drawing/2014/main" id="{5A5FF981-4ABF-4AA7-BA8F-4DC0D5291152}"/>
              </a:ext>
            </a:extLst>
          </p:cNvPr>
          <p:cNvSpPr>
            <a:spLocks noGrp="1"/>
          </p:cNvSpPr>
          <p:nvPr>
            <p:ph idx="18"/>
          </p:nvPr>
        </p:nvSpPr>
        <p:spPr>
          <a:xfrm>
            <a:off x="45720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Content Placeholder 2">
            <a:extLst>
              <a:ext uri="{FF2B5EF4-FFF2-40B4-BE49-F238E27FC236}">
                <a16:creationId xmlns:a16="http://schemas.microsoft.com/office/drawing/2014/main" id="{868D8A6A-0A57-4651-9366-A02DB21541BF}"/>
              </a:ext>
            </a:extLst>
          </p:cNvPr>
          <p:cNvSpPr>
            <a:spLocks noGrp="1"/>
          </p:cNvSpPr>
          <p:nvPr>
            <p:ph idx="19"/>
          </p:nvPr>
        </p:nvSpPr>
        <p:spPr>
          <a:xfrm>
            <a:off x="3389212"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Content Placeholder 2">
            <a:extLst>
              <a:ext uri="{FF2B5EF4-FFF2-40B4-BE49-F238E27FC236}">
                <a16:creationId xmlns:a16="http://schemas.microsoft.com/office/drawing/2014/main" id="{FBF88B71-0BB2-4601-B2CE-F4F9B29D02DE}"/>
              </a:ext>
            </a:extLst>
          </p:cNvPr>
          <p:cNvSpPr>
            <a:spLocks noGrp="1"/>
          </p:cNvSpPr>
          <p:nvPr>
            <p:ph idx="20"/>
          </p:nvPr>
        </p:nvSpPr>
        <p:spPr>
          <a:xfrm>
            <a:off x="6322747"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Content Placeholder 2">
            <a:extLst>
              <a:ext uri="{FF2B5EF4-FFF2-40B4-BE49-F238E27FC236}">
                <a16:creationId xmlns:a16="http://schemas.microsoft.com/office/drawing/2014/main" id="{3CC96474-5772-40F1-BF7B-AB01EC8D4AB9}"/>
              </a:ext>
            </a:extLst>
          </p:cNvPr>
          <p:cNvSpPr>
            <a:spLocks noGrp="1"/>
          </p:cNvSpPr>
          <p:nvPr>
            <p:ph idx="21"/>
          </p:nvPr>
        </p:nvSpPr>
        <p:spPr>
          <a:xfrm>
            <a:off x="9256280" y="1967113"/>
            <a:ext cx="2444495" cy="4319387"/>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5">
            <a:extLst>
              <a:ext uri="{FF2B5EF4-FFF2-40B4-BE49-F238E27FC236}">
                <a16:creationId xmlns:a16="http://schemas.microsoft.com/office/drawing/2014/main" id="{675F5264-3B10-4E1A-8EAD-38FFE8ACFF6A}"/>
              </a:ext>
            </a:extLst>
          </p:cNvPr>
          <p:cNvSpPr>
            <a:spLocks noGrp="1"/>
          </p:cNvSpPr>
          <p:nvPr>
            <p:ph sz="quarter" idx="15" hasCustomPrompt="1"/>
          </p:nvPr>
        </p:nvSpPr>
        <p:spPr>
          <a:xfrm>
            <a:off x="457200" y="431800"/>
            <a:ext cx="5937250" cy="198438"/>
          </a:xfrm>
        </p:spPr>
        <p:txBody>
          <a:bodyPr vert="horz" lIns="0" tIns="0" rIns="0" bIns="0" rtlCol="0">
            <a:noAutofit/>
          </a:bodyPr>
          <a:lstStyle>
            <a:lvl1pPr>
              <a:defRPr lang="en-US" sz="1100" b="1" cap="all" spc="200" baseline="0">
                <a:latin typeface="+mj-lt"/>
              </a:defRPr>
            </a:lvl1pPr>
          </a:lstStyle>
          <a:p>
            <a:pPr lvl="0">
              <a:spcBef>
                <a:spcPts val="600"/>
              </a:spcBef>
              <a:buFontTx/>
            </a:pPr>
            <a:r>
              <a:rPr lang="en-US"/>
              <a:t>CLICK TO ADD EYEBROW</a:t>
            </a:r>
          </a:p>
        </p:txBody>
      </p:sp>
      <p:sp>
        <p:nvSpPr>
          <p:cNvPr id="8" name="Footer Placeholder 10">
            <a:extLst>
              <a:ext uri="{FF2B5EF4-FFF2-40B4-BE49-F238E27FC236}">
                <a16:creationId xmlns:a16="http://schemas.microsoft.com/office/drawing/2014/main" id="{6CAFEAFB-1353-42C0-9A13-C38F635AC63E}"/>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itle 10">
            <a:extLst>
              <a:ext uri="{FF2B5EF4-FFF2-40B4-BE49-F238E27FC236}">
                <a16:creationId xmlns:a16="http://schemas.microsoft.com/office/drawing/2014/main" id="{FBC7ECDE-F82D-43EA-FF13-85CD40C939B8}"/>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2472205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AF75BD6-4444-4897-A7D2-43BB9BBF2C48}"/>
              </a:ext>
            </a:extLst>
          </p:cNvPr>
          <p:cNvSpPr>
            <a:spLocks noGrp="1"/>
          </p:cNvSpPr>
          <p:nvPr>
            <p:ph sz="quarter" idx="15" hasCustomPrompt="1"/>
          </p:nvPr>
        </p:nvSpPr>
        <p:spPr>
          <a:xfrm>
            <a:off x="457200" y="431800"/>
            <a:ext cx="5937250" cy="198438"/>
          </a:xfrm>
        </p:spPr>
        <p:txBody>
          <a:bodyPr vert="horz" lIns="0" tIns="0" rIns="0" bIns="0" rtlCol="0">
            <a:noAutofit/>
          </a:bodyPr>
          <a:lstStyle>
            <a:lvl1pPr>
              <a:defRPr lang="en-US" sz="1100" b="1" cap="all" spc="200" baseline="0">
                <a:latin typeface="+mj-lt"/>
              </a:defRPr>
            </a:lvl1pPr>
          </a:lstStyle>
          <a:p>
            <a:pPr lvl="0">
              <a:spcBef>
                <a:spcPts val="600"/>
              </a:spcBef>
              <a:buFontTx/>
            </a:pPr>
            <a:r>
              <a:rPr lang="en-US"/>
              <a:t>CLICK TO ADD EYEBROW</a:t>
            </a:r>
          </a:p>
        </p:txBody>
      </p:sp>
      <p:sp>
        <p:nvSpPr>
          <p:cNvPr id="4" name="Footer Placeholder 10">
            <a:extLst>
              <a:ext uri="{FF2B5EF4-FFF2-40B4-BE49-F238E27FC236}">
                <a16:creationId xmlns:a16="http://schemas.microsoft.com/office/drawing/2014/main" id="{9D3F7C6D-D349-458D-A76F-C40DAFB994B1}"/>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
        <p:nvSpPr>
          <p:cNvPr id="2" name="Title 10">
            <a:extLst>
              <a:ext uri="{FF2B5EF4-FFF2-40B4-BE49-F238E27FC236}">
                <a16:creationId xmlns:a16="http://schemas.microsoft.com/office/drawing/2014/main" id="{24449AA2-8B3F-208E-273C-D8B8744AA1FC}"/>
              </a:ext>
            </a:extLst>
          </p:cNvPr>
          <p:cNvSpPr>
            <a:spLocks noGrp="1"/>
          </p:cNvSpPr>
          <p:nvPr>
            <p:ph type="title"/>
          </p:nvPr>
        </p:nvSpPr>
        <p:spPr>
          <a:xfrm>
            <a:off x="457200" y="754133"/>
            <a:ext cx="11274552" cy="753995"/>
          </a:xfrm>
        </p:spPr>
        <p:txBody>
          <a:bodyPr/>
          <a:lstStyle/>
          <a:p>
            <a:r>
              <a:rPr lang="en-US"/>
              <a:t>Click to edit Master title style</a:t>
            </a:r>
          </a:p>
        </p:txBody>
      </p:sp>
    </p:spTree>
    <p:extLst>
      <p:ext uri="{BB962C8B-B14F-4D97-AF65-F5344CB8AC3E}">
        <p14:creationId xmlns:p14="http://schemas.microsoft.com/office/powerpoint/2010/main" val="41124226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Blank Layout Black">
    <p:bg>
      <p:bgPr>
        <a:solidFill>
          <a:srgbClr val="000000"/>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4E9F55C-9C90-33C8-AEDA-AFE4FE43C124}"/>
              </a:ext>
            </a:extLst>
          </p:cNvPr>
          <p:cNvGrpSpPr/>
          <p:nvPr userDrawn="1"/>
        </p:nvGrpSpPr>
        <p:grpSpPr>
          <a:xfrm>
            <a:off x="0" y="0"/>
            <a:ext cx="12192000" cy="94488"/>
            <a:chOff x="4107" y="7202786"/>
            <a:chExt cx="12187893" cy="317500"/>
          </a:xfrm>
        </p:grpSpPr>
        <p:sp>
          <p:nvSpPr>
            <p:cNvPr id="16" name="Rectangle 15">
              <a:extLst>
                <a:ext uri="{FF2B5EF4-FFF2-40B4-BE49-F238E27FC236}">
                  <a16:creationId xmlns:a16="http://schemas.microsoft.com/office/drawing/2014/main" id="{794C697E-C7CC-D9C3-9BA8-9A03C74A16B7}"/>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7" name="Rectangle 16">
              <a:extLst>
                <a:ext uri="{FF2B5EF4-FFF2-40B4-BE49-F238E27FC236}">
                  <a16:creationId xmlns:a16="http://schemas.microsoft.com/office/drawing/2014/main" id="{A40084E2-9684-D2B0-43F0-6F2FD63C9334}"/>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8" name="Rectangle 17">
              <a:extLst>
                <a:ext uri="{FF2B5EF4-FFF2-40B4-BE49-F238E27FC236}">
                  <a16:creationId xmlns:a16="http://schemas.microsoft.com/office/drawing/2014/main" id="{D67EF088-DD40-83B0-B04E-51573E8D468F}"/>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9" name="Rectangle 18">
              <a:extLst>
                <a:ext uri="{FF2B5EF4-FFF2-40B4-BE49-F238E27FC236}">
                  <a16:creationId xmlns:a16="http://schemas.microsoft.com/office/drawing/2014/main" id="{8ECA8188-7D41-935B-E662-36FDAEC0EBF1}"/>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0" name="Rectangle 19">
              <a:extLst>
                <a:ext uri="{FF2B5EF4-FFF2-40B4-BE49-F238E27FC236}">
                  <a16:creationId xmlns:a16="http://schemas.microsoft.com/office/drawing/2014/main" id="{880A4FB6-0673-A03E-8804-DC53EB15D22B}"/>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2" name="TextBox 1">
            <a:extLst>
              <a:ext uri="{FF2B5EF4-FFF2-40B4-BE49-F238E27FC236}">
                <a16:creationId xmlns:a16="http://schemas.microsoft.com/office/drawing/2014/main" id="{5341147C-1986-310B-672A-9491DF9DC992}"/>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bg1"/>
                </a:solidFill>
                <a:latin typeface="+mn-lt"/>
                <a:cs typeface="Arial" panose="020B0604020202020204" pitchFamily="34" charset="0"/>
              </a:rPr>
              <a:t>©</a:t>
            </a:r>
            <a:r>
              <a:rPr lang="en-US" sz="750" kern="100" cap="all" spc="20" baseline="0">
                <a:solidFill>
                  <a:schemeClr val="bg1"/>
                </a:solidFill>
                <a:latin typeface="+mn-lt"/>
                <a:cs typeface="Arial" panose="020B0604020202020204" pitchFamily="34" charset="0"/>
              </a:rPr>
              <a:t>2026 F5</a:t>
            </a:r>
          </a:p>
        </p:txBody>
      </p:sp>
      <p:sp>
        <p:nvSpPr>
          <p:cNvPr id="3" name="TextBox 2">
            <a:extLst>
              <a:ext uri="{FF2B5EF4-FFF2-40B4-BE49-F238E27FC236}">
                <a16:creationId xmlns:a16="http://schemas.microsoft.com/office/drawing/2014/main" id="{8EACAA3A-F54B-0503-868A-0DF43AFCDF8D}"/>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bg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bg1"/>
              </a:solidFill>
              <a:latin typeface="+mj-lt"/>
              <a:cs typeface="Arial" panose="020B0604020202020204" pitchFamily="34" charset="0"/>
            </a:endParaRPr>
          </a:p>
        </p:txBody>
      </p:sp>
      <p:pic>
        <p:nvPicPr>
          <p:cNvPr id="4" name="updated logo" descr="Logo&#10;&#10;Description automatically generated">
            <a:extLst>
              <a:ext uri="{FF2B5EF4-FFF2-40B4-BE49-F238E27FC236}">
                <a16:creationId xmlns:a16="http://schemas.microsoft.com/office/drawing/2014/main" id="{66930144-BADE-473F-643C-AB723FE9CA1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5" name="Footer Placeholder 10">
            <a:extLst>
              <a:ext uri="{FF2B5EF4-FFF2-40B4-BE49-F238E27FC236}">
                <a16:creationId xmlns:a16="http://schemas.microsoft.com/office/drawing/2014/main" id="{3A9024EB-F417-4F54-4CC1-8FB3ED548AF5}"/>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solidFill>
                <a:schemeClr val="bg1"/>
              </a:solidFill>
            </a:endParaRPr>
          </a:p>
        </p:txBody>
      </p:sp>
      <p:graphicFrame>
        <p:nvGraphicFramePr>
          <p:cNvPr id="9" name="Table 8">
            <a:extLst>
              <a:ext uri="{FF2B5EF4-FFF2-40B4-BE49-F238E27FC236}">
                <a16:creationId xmlns:a16="http://schemas.microsoft.com/office/drawing/2014/main" id="{AD8D83A0-4D55-8109-DD80-5F16A0994028}"/>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0" name="Table 9">
            <a:extLst>
              <a:ext uri="{FF2B5EF4-FFF2-40B4-BE49-F238E27FC236}">
                <a16:creationId xmlns:a16="http://schemas.microsoft.com/office/drawing/2014/main" id="{1A476E3E-2735-9382-8869-FA6C8ABA7B16}"/>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23865186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6AAA353B-4225-4925-A76E-613DABA5B5E0}"/>
              </a:ext>
            </a:extLst>
          </p:cNvPr>
          <p:cNvSpPr>
            <a:spLocks noGrp="1"/>
          </p:cNvSpPr>
          <p:nvPr>
            <p:ph type="ftr" sz="quarter" idx="3"/>
          </p:nvPr>
        </p:nvSpPr>
        <p:spPr>
          <a:xfrm>
            <a:off x="1255901" y="6450474"/>
            <a:ext cx="2171700" cy="198631"/>
          </a:xfrm>
          <a:prstGeom prst="rect">
            <a:avLst/>
          </a:prstGeom>
        </p:spPr>
        <p:txBody>
          <a:bodyPr vert="horz" lIns="0" tIns="0" rIns="0" bIns="0" rtlCol="0" anchor="ctr"/>
          <a:lstStyle>
            <a:lvl5pPr>
              <a:defRPr lang="en-US"/>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4782890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attern">
    <p:bg>
      <p:bgPr>
        <a:solidFill>
          <a:schemeClr val="tx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0666487-4E88-236C-F36C-EB0ACE0FAFBE}"/>
              </a:ext>
            </a:extLst>
          </p:cNvPr>
          <p:cNvSpPr/>
          <p:nvPr userDrawn="1"/>
        </p:nvSpPr>
        <p:spPr>
          <a:xfrm>
            <a:off x="1346425" y="96982"/>
            <a:ext cx="8939754" cy="6761018"/>
          </a:xfrm>
          <a:custGeom>
            <a:avLst/>
            <a:gdLst>
              <a:gd name="connsiteX0" fmla="*/ 1503815 w 8939754"/>
              <a:gd name="connsiteY0" fmla="*/ 0 h 6766560"/>
              <a:gd name="connsiteX1" fmla="*/ 7435940 w 8939754"/>
              <a:gd name="connsiteY1" fmla="*/ 0 h 6766560"/>
              <a:gd name="connsiteX2" fmla="*/ 7630557 w 8939754"/>
              <a:gd name="connsiteY2" fmla="*/ 176881 h 6766560"/>
              <a:gd name="connsiteX3" fmla="*/ 8939754 w 8939754"/>
              <a:gd name="connsiteY3" fmla="*/ 3337560 h 6766560"/>
              <a:gd name="connsiteX4" fmla="*/ 7475321 w 8939754"/>
              <a:gd name="connsiteY4" fmla="*/ 6646243 h 6766560"/>
              <a:gd name="connsiteX5" fmla="*/ 7336423 w 8939754"/>
              <a:gd name="connsiteY5" fmla="*/ 6766560 h 6766560"/>
              <a:gd name="connsiteX6" fmla="*/ 1603331 w 8939754"/>
              <a:gd name="connsiteY6" fmla="*/ 6766560 h 6766560"/>
              <a:gd name="connsiteX7" fmla="*/ 1464433 w 8939754"/>
              <a:gd name="connsiteY7" fmla="*/ 6646243 h 6766560"/>
              <a:gd name="connsiteX8" fmla="*/ 0 w 8939754"/>
              <a:gd name="connsiteY8" fmla="*/ 3337560 h 6766560"/>
              <a:gd name="connsiteX9" fmla="*/ 1309197 w 8939754"/>
              <a:gd name="connsiteY9" fmla="*/ 176881 h 6766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9754" h="6766560">
                <a:moveTo>
                  <a:pt x="1503815" y="0"/>
                </a:moveTo>
                <a:lnTo>
                  <a:pt x="7435940" y="0"/>
                </a:lnTo>
                <a:lnTo>
                  <a:pt x="7630557" y="176881"/>
                </a:lnTo>
                <a:cubicBezTo>
                  <a:pt x="8439446" y="985769"/>
                  <a:pt x="8939754" y="2103238"/>
                  <a:pt x="8939754" y="3337560"/>
                </a:cubicBezTo>
                <a:cubicBezTo>
                  <a:pt x="8939754" y="4649027"/>
                  <a:pt x="8374953" y="5828578"/>
                  <a:pt x="7475321" y="6646243"/>
                </a:cubicBezTo>
                <a:lnTo>
                  <a:pt x="7336423" y="6766560"/>
                </a:lnTo>
                <a:lnTo>
                  <a:pt x="1603331" y="6766560"/>
                </a:lnTo>
                <a:lnTo>
                  <a:pt x="1464433" y="6646243"/>
                </a:lnTo>
                <a:cubicBezTo>
                  <a:pt x="564801" y="5828578"/>
                  <a:pt x="0" y="4649027"/>
                  <a:pt x="0" y="3337560"/>
                </a:cubicBezTo>
                <a:cubicBezTo>
                  <a:pt x="0" y="2103238"/>
                  <a:pt x="500308" y="985769"/>
                  <a:pt x="1309197" y="176881"/>
                </a:cubicBezTo>
                <a:close/>
              </a:path>
            </a:pathLst>
          </a:custGeom>
          <a:solidFill>
            <a:srgbClr val="1D1D1D">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sp>
        <p:nvSpPr>
          <p:cNvPr id="7" name="Freeform: Shape 6">
            <a:extLst>
              <a:ext uri="{FF2B5EF4-FFF2-40B4-BE49-F238E27FC236}">
                <a16:creationId xmlns:a16="http://schemas.microsoft.com/office/drawing/2014/main" id="{DC246434-E95A-E62F-C048-B52CD08D73C3}"/>
              </a:ext>
            </a:extLst>
          </p:cNvPr>
          <p:cNvSpPr/>
          <p:nvPr userDrawn="1"/>
        </p:nvSpPr>
        <p:spPr>
          <a:xfrm>
            <a:off x="1" y="96982"/>
            <a:ext cx="6929793" cy="6761018"/>
          </a:xfrm>
          <a:custGeom>
            <a:avLst/>
            <a:gdLst>
              <a:gd name="connsiteX0" fmla="*/ 0 w 6929793"/>
              <a:gd name="connsiteY0" fmla="*/ 0 h 6761018"/>
              <a:gd name="connsiteX1" fmla="*/ 5425979 w 6929793"/>
              <a:gd name="connsiteY1" fmla="*/ 0 h 6761018"/>
              <a:gd name="connsiteX2" fmla="*/ 5620596 w 6929793"/>
              <a:gd name="connsiteY2" fmla="*/ 176736 h 6761018"/>
              <a:gd name="connsiteX3" fmla="*/ 6929793 w 6929793"/>
              <a:gd name="connsiteY3" fmla="*/ 3334827 h 6761018"/>
              <a:gd name="connsiteX4" fmla="*/ 5465360 w 6929793"/>
              <a:gd name="connsiteY4" fmla="*/ 6640800 h 6761018"/>
              <a:gd name="connsiteX5" fmla="*/ 5326462 w 6929793"/>
              <a:gd name="connsiteY5" fmla="*/ 6761018 h 6761018"/>
              <a:gd name="connsiteX6" fmla="*/ 0 w 6929793"/>
              <a:gd name="connsiteY6" fmla="*/ 6761018 h 676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29793" h="6761018">
                <a:moveTo>
                  <a:pt x="0" y="0"/>
                </a:moveTo>
                <a:lnTo>
                  <a:pt x="5425979" y="0"/>
                </a:lnTo>
                <a:lnTo>
                  <a:pt x="5620596" y="176736"/>
                </a:lnTo>
                <a:cubicBezTo>
                  <a:pt x="6429485" y="984962"/>
                  <a:pt x="6929793" y="2101516"/>
                  <a:pt x="6929793" y="3334827"/>
                </a:cubicBezTo>
                <a:cubicBezTo>
                  <a:pt x="6929793" y="4645220"/>
                  <a:pt x="6364992" y="5823804"/>
                  <a:pt x="5465360" y="6640800"/>
                </a:cubicBezTo>
                <a:lnTo>
                  <a:pt x="5326462" y="6761018"/>
                </a:lnTo>
                <a:lnTo>
                  <a:pt x="0" y="6761018"/>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p>
        </p:txBody>
      </p:sp>
      <p:sp>
        <p:nvSpPr>
          <p:cNvPr id="8" name="Text Placeholder 2">
            <a:extLst>
              <a:ext uri="{FF2B5EF4-FFF2-40B4-BE49-F238E27FC236}">
                <a16:creationId xmlns:a16="http://schemas.microsoft.com/office/drawing/2014/main" id="{5A2EF32F-0F8C-0AC1-F581-52C79F9B1A4B}"/>
              </a:ext>
            </a:extLst>
          </p:cNvPr>
          <p:cNvSpPr>
            <a:spLocks noGrp="1"/>
          </p:cNvSpPr>
          <p:nvPr>
            <p:ph type="body" idx="1"/>
          </p:nvPr>
        </p:nvSpPr>
        <p:spPr bwMode="black">
          <a:xfrm>
            <a:off x="495952" y="3762096"/>
            <a:ext cx="7453993" cy="2561627"/>
          </a:xfrm>
          <a:prstGeom prst="rect">
            <a:avLst/>
          </a:prstGeom>
        </p:spPr>
        <p:txBody>
          <a:bodyPr>
            <a:normAutofit/>
          </a:bodyPr>
          <a:lstStyle>
            <a:lvl1pPr marL="0" indent="0">
              <a:buNone/>
              <a:defRPr sz="1800" spc="0" baseline="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14" name="Group 13">
            <a:extLst>
              <a:ext uri="{FF2B5EF4-FFF2-40B4-BE49-F238E27FC236}">
                <a16:creationId xmlns:a16="http://schemas.microsoft.com/office/drawing/2014/main" id="{A95A00DB-5E8A-250D-1769-E139D0E20FAC}"/>
              </a:ext>
            </a:extLst>
          </p:cNvPr>
          <p:cNvGrpSpPr/>
          <p:nvPr userDrawn="1"/>
        </p:nvGrpSpPr>
        <p:grpSpPr>
          <a:xfrm>
            <a:off x="0" y="0"/>
            <a:ext cx="12192000" cy="94488"/>
            <a:chOff x="4107" y="7202786"/>
            <a:chExt cx="12187893" cy="317500"/>
          </a:xfrm>
        </p:grpSpPr>
        <p:sp>
          <p:nvSpPr>
            <p:cNvPr id="15" name="Rectangle 14">
              <a:extLst>
                <a:ext uri="{FF2B5EF4-FFF2-40B4-BE49-F238E27FC236}">
                  <a16:creationId xmlns:a16="http://schemas.microsoft.com/office/drawing/2014/main" id="{44D0E535-8F3D-C219-6726-51F7E5488390}"/>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95589C72-73F6-FAE9-4376-5BD96D2C0474}"/>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2" name="Rectangle 21">
              <a:extLst>
                <a:ext uri="{FF2B5EF4-FFF2-40B4-BE49-F238E27FC236}">
                  <a16:creationId xmlns:a16="http://schemas.microsoft.com/office/drawing/2014/main" id="{075DBF3D-B2F3-EBF9-F6F5-F4B088A9308C}"/>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3" name="Rectangle 22">
              <a:extLst>
                <a:ext uri="{FF2B5EF4-FFF2-40B4-BE49-F238E27FC236}">
                  <a16:creationId xmlns:a16="http://schemas.microsoft.com/office/drawing/2014/main" id="{053ECCBB-6A2B-01EE-45E6-59EE0E97F641}"/>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4" name="Rectangle 23">
              <a:extLst>
                <a:ext uri="{FF2B5EF4-FFF2-40B4-BE49-F238E27FC236}">
                  <a16:creationId xmlns:a16="http://schemas.microsoft.com/office/drawing/2014/main" id="{9296BCA2-46AC-0C36-4F02-7E7C5EB280BA}"/>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3" name="TextBox 2">
            <a:extLst>
              <a:ext uri="{FF2B5EF4-FFF2-40B4-BE49-F238E27FC236}">
                <a16:creationId xmlns:a16="http://schemas.microsoft.com/office/drawing/2014/main" id="{FBC5543D-8433-1B78-0468-CB63D4399ECF}"/>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bg1"/>
                </a:solidFill>
                <a:latin typeface="+mn-lt"/>
                <a:cs typeface="Arial" panose="020B0604020202020204" pitchFamily="34" charset="0"/>
              </a:rPr>
              <a:t>©</a:t>
            </a:r>
            <a:r>
              <a:rPr lang="en-US" sz="750" kern="100" cap="all" spc="20" baseline="0">
                <a:solidFill>
                  <a:schemeClr val="bg1"/>
                </a:solidFill>
                <a:latin typeface="+mn-lt"/>
                <a:cs typeface="Arial" panose="020B0604020202020204" pitchFamily="34" charset="0"/>
              </a:rPr>
              <a:t>2026 F5</a:t>
            </a:r>
          </a:p>
        </p:txBody>
      </p:sp>
      <p:sp>
        <p:nvSpPr>
          <p:cNvPr id="4" name="TextBox 3">
            <a:extLst>
              <a:ext uri="{FF2B5EF4-FFF2-40B4-BE49-F238E27FC236}">
                <a16:creationId xmlns:a16="http://schemas.microsoft.com/office/drawing/2014/main" id="{B0435DDF-7FD5-F753-AE33-64B544311B7B}"/>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bg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bg1"/>
              </a:solidFill>
              <a:latin typeface="+mj-lt"/>
              <a:cs typeface="Arial" panose="020B0604020202020204" pitchFamily="34" charset="0"/>
            </a:endParaRPr>
          </a:p>
        </p:txBody>
      </p:sp>
      <p:pic>
        <p:nvPicPr>
          <p:cNvPr id="5" name="updated logo" descr="Logo&#10;&#10;Description automatically generated">
            <a:extLst>
              <a:ext uri="{FF2B5EF4-FFF2-40B4-BE49-F238E27FC236}">
                <a16:creationId xmlns:a16="http://schemas.microsoft.com/office/drawing/2014/main" id="{A7455850-7848-B00F-C545-088C404EA3E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9" name="Footer Placeholder 10">
            <a:extLst>
              <a:ext uri="{FF2B5EF4-FFF2-40B4-BE49-F238E27FC236}">
                <a16:creationId xmlns:a16="http://schemas.microsoft.com/office/drawing/2014/main" id="{7B0766A4-FA80-C9A2-DC88-BA1CA1BF9694}"/>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solidFill>
                <a:schemeClr val="bg1"/>
              </a:solidFill>
            </a:endParaRPr>
          </a:p>
        </p:txBody>
      </p:sp>
      <p:graphicFrame>
        <p:nvGraphicFramePr>
          <p:cNvPr id="12" name="Table 11">
            <a:extLst>
              <a:ext uri="{FF2B5EF4-FFF2-40B4-BE49-F238E27FC236}">
                <a16:creationId xmlns:a16="http://schemas.microsoft.com/office/drawing/2014/main" id="{C32E6B29-A6C3-143F-0125-2DCBF2F6C350}"/>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3" name="Table 12">
            <a:extLst>
              <a:ext uri="{FF2B5EF4-FFF2-40B4-BE49-F238E27FC236}">
                <a16:creationId xmlns:a16="http://schemas.microsoft.com/office/drawing/2014/main" id="{DC6B3ED0-F02E-4F41-6CCB-66892E4AAC47}"/>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2839277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Solid ">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rgbClr val="FEFEFE"/>
                </a:solidFill>
              </a:defRPr>
            </a:lvl1pPr>
          </a:lstStyle>
          <a:p>
            <a:r>
              <a:rPr lang="en-US"/>
              <a:t>Click to edit Master title style</a:t>
            </a:r>
          </a:p>
        </p:txBody>
      </p:sp>
      <p:sp>
        <p:nvSpPr>
          <p:cNvPr id="13" name="Text Placeholder 2">
            <a:extLst>
              <a:ext uri="{FF2B5EF4-FFF2-40B4-BE49-F238E27FC236}">
                <a16:creationId xmlns:a16="http://schemas.microsoft.com/office/drawing/2014/main" id="{67E08A2D-0DB6-4F18-9655-DEE6026EA71B}"/>
              </a:ext>
            </a:extLst>
          </p:cNvPr>
          <p:cNvSpPr>
            <a:spLocks noGrp="1"/>
          </p:cNvSpPr>
          <p:nvPr userDrawn="1">
            <p:ph type="body" idx="1"/>
          </p:nvPr>
        </p:nvSpPr>
        <p:spPr bwMode="black">
          <a:xfrm>
            <a:off x="495952" y="3762096"/>
            <a:ext cx="7453993" cy="2561627"/>
          </a:xfrm>
          <a:prstGeom prst="rect">
            <a:avLst/>
          </a:prstGeom>
        </p:spPr>
        <p:txBody>
          <a:bodyPr>
            <a:normAutofit/>
          </a:bodyPr>
          <a:lstStyle>
            <a:lvl1pPr marL="0" indent="0">
              <a:buNone/>
              <a:defRPr sz="1800" spc="0" baseline="0">
                <a:solidFill>
                  <a:srgbClr val="FEFEF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6" name="Group 5">
            <a:extLst>
              <a:ext uri="{FF2B5EF4-FFF2-40B4-BE49-F238E27FC236}">
                <a16:creationId xmlns:a16="http://schemas.microsoft.com/office/drawing/2014/main" id="{BF86E961-39B3-E4D1-01E7-15ED8238C66D}"/>
              </a:ext>
            </a:extLst>
          </p:cNvPr>
          <p:cNvGrpSpPr/>
          <p:nvPr userDrawn="1"/>
        </p:nvGrpSpPr>
        <p:grpSpPr>
          <a:xfrm>
            <a:off x="0" y="0"/>
            <a:ext cx="12192000" cy="94488"/>
            <a:chOff x="4107" y="7202786"/>
            <a:chExt cx="12187893" cy="317500"/>
          </a:xfrm>
        </p:grpSpPr>
        <p:sp>
          <p:nvSpPr>
            <p:cNvPr id="7" name="Rectangle 6">
              <a:extLst>
                <a:ext uri="{FF2B5EF4-FFF2-40B4-BE49-F238E27FC236}">
                  <a16:creationId xmlns:a16="http://schemas.microsoft.com/office/drawing/2014/main" id="{6D63A0EA-9012-44FF-CCA4-08E09A4EAED3}"/>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2" name="Rectangle 11">
              <a:extLst>
                <a:ext uri="{FF2B5EF4-FFF2-40B4-BE49-F238E27FC236}">
                  <a16:creationId xmlns:a16="http://schemas.microsoft.com/office/drawing/2014/main" id="{B36C8180-62B4-EF7D-D5ED-C5BE0B69F7DB}"/>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5" name="Rectangle 14">
              <a:extLst>
                <a:ext uri="{FF2B5EF4-FFF2-40B4-BE49-F238E27FC236}">
                  <a16:creationId xmlns:a16="http://schemas.microsoft.com/office/drawing/2014/main" id="{9BE0F3DF-5A1E-0141-C128-B03AD7BC4BE4}"/>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0B5F93E7-A457-F94E-825E-14B14BDB3FB2}"/>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2" name="Rectangle 21">
              <a:extLst>
                <a:ext uri="{FF2B5EF4-FFF2-40B4-BE49-F238E27FC236}">
                  <a16:creationId xmlns:a16="http://schemas.microsoft.com/office/drawing/2014/main" id="{670CCDB0-39D6-3D94-0A5A-DB16AB2DA24E}"/>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3" name="TextBox 2">
            <a:extLst>
              <a:ext uri="{FF2B5EF4-FFF2-40B4-BE49-F238E27FC236}">
                <a16:creationId xmlns:a16="http://schemas.microsoft.com/office/drawing/2014/main" id="{F2C0346C-5AD9-1525-EF22-6C539C1961FB}"/>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bg1"/>
                </a:solidFill>
                <a:latin typeface="+mn-lt"/>
                <a:cs typeface="Arial" panose="020B0604020202020204" pitchFamily="34" charset="0"/>
              </a:rPr>
              <a:t>©</a:t>
            </a:r>
            <a:r>
              <a:rPr lang="en-US" sz="750" kern="100" cap="all" spc="20" baseline="0">
                <a:solidFill>
                  <a:schemeClr val="bg1"/>
                </a:solidFill>
                <a:latin typeface="+mn-lt"/>
                <a:cs typeface="Arial" panose="020B0604020202020204" pitchFamily="34" charset="0"/>
              </a:rPr>
              <a:t>2026 F5</a:t>
            </a:r>
          </a:p>
        </p:txBody>
      </p:sp>
      <p:sp>
        <p:nvSpPr>
          <p:cNvPr id="4" name="TextBox 3">
            <a:extLst>
              <a:ext uri="{FF2B5EF4-FFF2-40B4-BE49-F238E27FC236}">
                <a16:creationId xmlns:a16="http://schemas.microsoft.com/office/drawing/2014/main" id="{E6932C56-9117-344E-1CF8-F78971028199}"/>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bg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bg1"/>
              </a:solidFill>
              <a:latin typeface="+mj-lt"/>
              <a:cs typeface="Arial" panose="020B0604020202020204" pitchFamily="34" charset="0"/>
            </a:endParaRPr>
          </a:p>
        </p:txBody>
      </p:sp>
      <p:pic>
        <p:nvPicPr>
          <p:cNvPr id="5" name="updated logo" descr="Logo&#10;&#10;Description automatically generated">
            <a:extLst>
              <a:ext uri="{FF2B5EF4-FFF2-40B4-BE49-F238E27FC236}">
                <a16:creationId xmlns:a16="http://schemas.microsoft.com/office/drawing/2014/main" id="{5AE5A1E4-EA18-37FE-20F5-7EC9685D2A8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8" name="Footer Placeholder 10">
            <a:extLst>
              <a:ext uri="{FF2B5EF4-FFF2-40B4-BE49-F238E27FC236}">
                <a16:creationId xmlns:a16="http://schemas.microsoft.com/office/drawing/2014/main" id="{100A5A47-5AA8-0236-0AAD-020DF9371E4A}"/>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solidFill>
                <a:schemeClr val="bg1"/>
              </a:solidFill>
            </a:endParaRPr>
          </a:p>
        </p:txBody>
      </p:sp>
      <p:graphicFrame>
        <p:nvGraphicFramePr>
          <p:cNvPr id="11" name="Table 10">
            <a:extLst>
              <a:ext uri="{FF2B5EF4-FFF2-40B4-BE49-F238E27FC236}">
                <a16:creationId xmlns:a16="http://schemas.microsoft.com/office/drawing/2014/main" id="{26B80490-F1D5-3E24-3504-30F34832B10E}"/>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4" name="Table 13">
            <a:extLst>
              <a:ext uri="{FF2B5EF4-FFF2-40B4-BE49-F238E27FC236}">
                <a16:creationId xmlns:a16="http://schemas.microsoft.com/office/drawing/2014/main" id="{4BAB1646-5E7C-1022-22C0-66282F323C60}"/>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17818378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White: Soli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06BC-2671-42BA-B78B-426C50D7C0D7}"/>
              </a:ext>
            </a:extLst>
          </p:cNvPr>
          <p:cNvSpPr>
            <a:spLocks noGrp="1"/>
          </p:cNvSpPr>
          <p:nvPr userDrawn="1">
            <p:ph type="title"/>
          </p:nvPr>
        </p:nvSpPr>
        <p:spPr bwMode="black">
          <a:xfrm>
            <a:off x="495952" y="1162051"/>
            <a:ext cx="7415242" cy="2561626"/>
          </a:xfrm>
          <a:prstGeom prst="rect">
            <a:avLst/>
          </a:prstGeom>
        </p:spPr>
        <p:txBody>
          <a:bodyPr anchor="b"/>
          <a:lstStyle>
            <a:lvl1pPr>
              <a:defRPr sz="4800">
                <a:solidFill>
                  <a:schemeClr val="tx1"/>
                </a:solidFill>
              </a:defRPr>
            </a:lvl1pPr>
          </a:lstStyle>
          <a:p>
            <a:r>
              <a:rPr lang="en-US"/>
              <a:t>Click to edit Master title style</a:t>
            </a:r>
          </a:p>
        </p:txBody>
      </p:sp>
      <p:sp>
        <p:nvSpPr>
          <p:cNvPr id="13" name="Text Placeholder 2">
            <a:extLst>
              <a:ext uri="{FF2B5EF4-FFF2-40B4-BE49-F238E27FC236}">
                <a16:creationId xmlns:a16="http://schemas.microsoft.com/office/drawing/2014/main" id="{67E08A2D-0DB6-4F18-9655-DEE6026EA71B}"/>
              </a:ext>
            </a:extLst>
          </p:cNvPr>
          <p:cNvSpPr>
            <a:spLocks noGrp="1"/>
          </p:cNvSpPr>
          <p:nvPr userDrawn="1">
            <p:ph type="body" idx="1"/>
          </p:nvPr>
        </p:nvSpPr>
        <p:spPr bwMode="black">
          <a:xfrm>
            <a:off x="495952" y="3762096"/>
            <a:ext cx="7453993" cy="2561627"/>
          </a:xfrm>
          <a:prstGeom prst="rect">
            <a:avLst/>
          </a:prstGeom>
        </p:spPr>
        <p:txBody>
          <a:bodyPr>
            <a:normAutofit/>
          </a:bodyPr>
          <a:lstStyle>
            <a:lvl1pPr marL="0" indent="0">
              <a:buNone/>
              <a:defRPr sz="1800" spc="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10">
            <a:extLst>
              <a:ext uri="{FF2B5EF4-FFF2-40B4-BE49-F238E27FC236}">
                <a16:creationId xmlns:a16="http://schemas.microsoft.com/office/drawing/2014/main" id="{5A32487A-978B-42EA-42D2-DD98020A52F9}"/>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41863380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Pr>
        <a:solidFill>
          <a:schemeClr val="tx1"/>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4AA43A5-A90B-3D9A-F983-00C60EDD704A}"/>
              </a:ext>
            </a:extLst>
          </p:cNvPr>
          <p:cNvSpPr/>
          <p:nvPr userDrawn="1"/>
        </p:nvSpPr>
        <p:spPr>
          <a:xfrm>
            <a:off x="1626123" y="96982"/>
            <a:ext cx="8939754" cy="6761018"/>
          </a:xfrm>
          <a:custGeom>
            <a:avLst/>
            <a:gdLst>
              <a:gd name="connsiteX0" fmla="*/ 1503815 w 8939754"/>
              <a:gd name="connsiteY0" fmla="*/ 0 h 6766560"/>
              <a:gd name="connsiteX1" fmla="*/ 7435940 w 8939754"/>
              <a:gd name="connsiteY1" fmla="*/ 0 h 6766560"/>
              <a:gd name="connsiteX2" fmla="*/ 7630557 w 8939754"/>
              <a:gd name="connsiteY2" fmla="*/ 176881 h 6766560"/>
              <a:gd name="connsiteX3" fmla="*/ 8939754 w 8939754"/>
              <a:gd name="connsiteY3" fmla="*/ 3337560 h 6766560"/>
              <a:gd name="connsiteX4" fmla="*/ 7475321 w 8939754"/>
              <a:gd name="connsiteY4" fmla="*/ 6646243 h 6766560"/>
              <a:gd name="connsiteX5" fmla="*/ 7336423 w 8939754"/>
              <a:gd name="connsiteY5" fmla="*/ 6766560 h 6766560"/>
              <a:gd name="connsiteX6" fmla="*/ 1603331 w 8939754"/>
              <a:gd name="connsiteY6" fmla="*/ 6766560 h 6766560"/>
              <a:gd name="connsiteX7" fmla="*/ 1464433 w 8939754"/>
              <a:gd name="connsiteY7" fmla="*/ 6646243 h 6766560"/>
              <a:gd name="connsiteX8" fmla="*/ 0 w 8939754"/>
              <a:gd name="connsiteY8" fmla="*/ 3337560 h 6766560"/>
              <a:gd name="connsiteX9" fmla="*/ 1309197 w 8939754"/>
              <a:gd name="connsiteY9" fmla="*/ 176881 h 6766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9754" h="6766560">
                <a:moveTo>
                  <a:pt x="1503815" y="0"/>
                </a:moveTo>
                <a:lnTo>
                  <a:pt x="7435940" y="0"/>
                </a:lnTo>
                <a:lnTo>
                  <a:pt x="7630557" y="176881"/>
                </a:lnTo>
                <a:cubicBezTo>
                  <a:pt x="8439446" y="985769"/>
                  <a:pt x="8939754" y="2103238"/>
                  <a:pt x="8939754" y="3337560"/>
                </a:cubicBezTo>
                <a:cubicBezTo>
                  <a:pt x="8939754" y="4649027"/>
                  <a:pt x="8374953" y="5828578"/>
                  <a:pt x="7475321" y="6646243"/>
                </a:cubicBezTo>
                <a:lnTo>
                  <a:pt x="7336423" y="6766560"/>
                </a:lnTo>
                <a:lnTo>
                  <a:pt x="1603331" y="6766560"/>
                </a:lnTo>
                <a:lnTo>
                  <a:pt x="1464433" y="6646243"/>
                </a:lnTo>
                <a:cubicBezTo>
                  <a:pt x="564801" y="5828578"/>
                  <a:pt x="0" y="4649027"/>
                  <a:pt x="0" y="3337560"/>
                </a:cubicBezTo>
                <a:cubicBezTo>
                  <a:pt x="0" y="2103238"/>
                  <a:pt x="500308" y="985769"/>
                  <a:pt x="1309197" y="176881"/>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bwMode="black">
          <a:xfrm>
            <a:off x="457199" y="457200"/>
            <a:ext cx="11273866" cy="5788152"/>
          </a:xfrm>
          <a:prstGeom prst="rect">
            <a:avLst/>
          </a:prstGeom>
        </p:spPr>
        <p:txBody>
          <a:bodyPr anchor="ctr">
            <a:normAutofit/>
          </a:bodyPr>
          <a:lstStyle>
            <a:lvl1pPr marL="0" indent="0" algn="ctr" defTabSz="914400" rtl="0" eaLnBrk="1" latinLnBrk="0" hangingPunct="1">
              <a:lnSpc>
                <a:spcPct val="100000"/>
              </a:lnSpc>
              <a:spcBef>
                <a:spcPts val="1800"/>
              </a:spcBef>
              <a:spcAft>
                <a:spcPts val="0"/>
              </a:spcAft>
              <a:buFont typeface="Arial" panose="020B0604020202020204" pitchFamily="34" charset="0"/>
              <a:buChar char="​"/>
              <a:defRPr lang="en-US" sz="4000" b="1" kern="100" spc="-100" baseline="0" dirty="0">
                <a:solidFill>
                  <a:schemeClr val="bg1"/>
                </a:solidFill>
                <a:latin typeface="+mj-lt"/>
                <a:ea typeface="+mn-ea"/>
                <a:cs typeface="Arial" panose="020B0604020202020204" pitchFamily="34" charset="0"/>
              </a:defRPr>
            </a:lvl1pPr>
            <a:lvl2pPr marL="0" indent="0" algn="ctr">
              <a:lnSpc>
                <a:spcPct val="85000"/>
              </a:lnSpc>
              <a:spcBef>
                <a:spcPts val="1200"/>
              </a:spcBef>
              <a:buFont typeface="Arial" panose="020B0604020202020204" pitchFamily="34" charset="0"/>
              <a:buNone/>
              <a:defRPr lang="en-US" sz="1800" b="1" kern="100" cap="none" spc="-20" baseline="0" dirty="0">
                <a:solidFill>
                  <a:schemeClr val="bg1"/>
                </a:solidFill>
                <a:latin typeface="Arial" panose="020B0604020202020204" pitchFamily="34" charset="0"/>
                <a:ea typeface="+mn-ea"/>
                <a:cs typeface="Arial" panose="020B0604020202020204" pitchFamily="34" charset="0"/>
              </a:defRPr>
            </a:lvl2pPr>
            <a:lvl3pPr marL="0" indent="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3pPr>
            <a:lvl4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4pPr>
            <a:lvl5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5pPr>
            <a:lvl6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6pPr>
            <a:lvl7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7pPr>
            <a:lvl8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8pPr>
            <a:lvl9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9pPr>
          </a:lstStyle>
          <a:p>
            <a:pPr lvl="0"/>
            <a:r>
              <a:rPr lang="en-US"/>
              <a:t>Click to edit Master text styles</a:t>
            </a:r>
          </a:p>
        </p:txBody>
      </p:sp>
      <p:grpSp>
        <p:nvGrpSpPr>
          <p:cNvPr id="17" name="Group 16">
            <a:extLst>
              <a:ext uri="{FF2B5EF4-FFF2-40B4-BE49-F238E27FC236}">
                <a16:creationId xmlns:a16="http://schemas.microsoft.com/office/drawing/2014/main" id="{270CB8AC-D539-DE97-0F65-2740FEE72374}"/>
              </a:ext>
            </a:extLst>
          </p:cNvPr>
          <p:cNvGrpSpPr/>
          <p:nvPr userDrawn="1"/>
        </p:nvGrpSpPr>
        <p:grpSpPr>
          <a:xfrm>
            <a:off x="0" y="0"/>
            <a:ext cx="12192000" cy="94488"/>
            <a:chOff x="4107" y="7202786"/>
            <a:chExt cx="12187893" cy="317500"/>
          </a:xfrm>
        </p:grpSpPr>
        <p:sp>
          <p:nvSpPr>
            <p:cNvPr id="18" name="Rectangle 17">
              <a:extLst>
                <a:ext uri="{FF2B5EF4-FFF2-40B4-BE49-F238E27FC236}">
                  <a16:creationId xmlns:a16="http://schemas.microsoft.com/office/drawing/2014/main" id="{1CB1F454-A99C-98B3-243F-72F377EC4EFA}"/>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9" name="Rectangle 18">
              <a:extLst>
                <a:ext uri="{FF2B5EF4-FFF2-40B4-BE49-F238E27FC236}">
                  <a16:creationId xmlns:a16="http://schemas.microsoft.com/office/drawing/2014/main" id="{E2328DF9-23BC-38C0-B2DE-E3FDC44823B1}"/>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0" name="Rectangle 19">
              <a:extLst>
                <a:ext uri="{FF2B5EF4-FFF2-40B4-BE49-F238E27FC236}">
                  <a16:creationId xmlns:a16="http://schemas.microsoft.com/office/drawing/2014/main" id="{B196B620-E27E-C348-13D3-3477BED26CCA}"/>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1" name="Rectangle 20">
              <a:extLst>
                <a:ext uri="{FF2B5EF4-FFF2-40B4-BE49-F238E27FC236}">
                  <a16:creationId xmlns:a16="http://schemas.microsoft.com/office/drawing/2014/main" id="{6BBB20E2-6801-DE73-67F2-73558F35CF74}"/>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2" name="Rectangle 21">
              <a:extLst>
                <a:ext uri="{FF2B5EF4-FFF2-40B4-BE49-F238E27FC236}">
                  <a16:creationId xmlns:a16="http://schemas.microsoft.com/office/drawing/2014/main" id="{3A6985D3-1B19-6FD7-4785-30CB78417B26}"/>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2" name="TextBox 1">
            <a:extLst>
              <a:ext uri="{FF2B5EF4-FFF2-40B4-BE49-F238E27FC236}">
                <a16:creationId xmlns:a16="http://schemas.microsoft.com/office/drawing/2014/main" id="{854CD753-F7B3-12D6-7E6E-FD8273183A50}"/>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bg1"/>
                </a:solidFill>
                <a:latin typeface="+mn-lt"/>
                <a:cs typeface="Arial" panose="020B0604020202020204" pitchFamily="34" charset="0"/>
              </a:rPr>
              <a:t>©</a:t>
            </a:r>
            <a:r>
              <a:rPr lang="en-US" sz="750" kern="100" cap="all" spc="20" baseline="0">
                <a:solidFill>
                  <a:schemeClr val="bg1"/>
                </a:solidFill>
                <a:latin typeface="+mn-lt"/>
                <a:cs typeface="Arial" panose="020B0604020202020204" pitchFamily="34" charset="0"/>
              </a:rPr>
              <a:t>2026 F5</a:t>
            </a:r>
          </a:p>
        </p:txBody>
      </p:sp>
      <p:sp>
        <p:nvSpPr>
          <p:cNvPr id="4" name="TextBox 3">
            <a:extLst>
              <a:ext uri="{FF2B5EF4-FFF2-40B4-BE49-F238E27FC236}">
                <a16:creationId xmlns:a16="http://schemas.microsoft.com/office/drawing/2014/main" id="{85A56786-6EA4-D57D-44B0-E61C1BBADC55}"/>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bg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bg1"/>
              </a:solidFill>
              <a:latin typeface="+mj-lt"/>
              <a:cs typeface="Arial" panose="020B0604020202020204" pitchFamily="34" charset="0"/>
            </a:endParaRPr>
          </a:p>
        </p:txBody>
      </p:sp>
      <p:pic>
        <p:nvPicPr>
          <p:cNvPr id="5" name="updated logo" descr="Logo&#10;&#10;Description automatically generated">
            <a:extLst>
              <a:ext uri="{FF2B5EF4-FFF2-40B4-BE49-F238E27FC236}">
                <a16:creationId xmlns:a16="http://schemas.microsoft.com/office/drawing/2014/main" id="{42FF80E6-CD7B-8DDF-A9E7-745BC5B73E0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6" name="Footer Placeholder 10">
            <a:extLst>
              <a:ext uri="{FF2B5EF4-FFF2-40B4-BE49-F238E27FC236}">
                <a16:creationId xmlns:a16="http://schemas.microsoft.com/office/drawing/2014/main" id="{6F8CE10D-0897-EBB7-3CB9-5C8F6C8A14B8}"/>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bg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solidFill>
                <a:schemeClr val="bg1"/>
              </a:solidFill>
            </a:endParaRPr>
          </a:p>
        </p:txBody>
      </p:sp>
      <p:graphicFrame>
        <p:nvGraphicFramePr>
          <p:cNvPr id="9" name="Table 8">
            <a:extLst>
              <a:ext uri="{FF2B5EF4-FFF2-40B4-BE49-F238E27FC236}">
                <a16:creationId xmlns:a16="http://schemas.microsoft.com/office/drawing/2014/main" id="{F535A000-FCCA-B685-46BC-92E5B46C0A46}"/>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0" name="Table 9">
            <a:extLst>
              <a:ext uri="{FF2B5EF4-FFF2-40B4-BE49-F238E27FC236}">
                <a16:creationId xmlns:a16="http://schemas.microsoft.com/office/drawing/2014/main" id="{4983E5A5-111D-757A-01CD-4BC99837C8F9}"/>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38267994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White">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ED9A867-C5AA-2B74-C729-7D33289C939C}"/>
              </a:ext>
            </a:extLst>
          </p:cNvPr>
          <p:cNvSpPr/>
          <p:nvPr userDrawn="1"/>
        </p:nvSpPr>
        <p:spPr>
          <a:xfrm>
            <a:off x="1626123" y="96982"/>
            <a:ext cx="8939754" cy="6761018"/>
          </a:xfrm>
          <a:custGeom>
            <a:avLst/>
            <a:gdLst>
              <a:gd name="connsiteX0" fmla="*/ 1503815 w 8939754"/>
              <a:gd name="connsiteY0" fmla="*/ 0 h 6766560"/>
              <a:gd name="connsiteX1" fmla="*/ 7435940 w 8939754"/>
              <a:gd name="connsiteY1" fmla="*/ 0 h 6766560"/>
              <a:gd name="connsiteX2" fmla="*/ 7630557 w 8939754"/>
              <a:gd name="connsiteY2" fmla="*/ 176881 h 6766560"/>
              <a:gd name="connsiteX3" fmla="*/ 8939754 w 8939754"/>
              <a:gd name="connsiteY3" fmla="*/ 3337560 h 6766560"/>
              <a:gd name="connsiteX4" fmla="*/ 7475321 w 8939754"/>
              <a:gd name="connsiteY4" fmla="*/ 6646243 h 6766560"/>
              <a:gd name="connsiteX5" fmla="*/ 7336423 w 8939754"/>
              <a:gd name="connsiteY5" fmla="*/ 6766560 h 6766560"/>
              <a:gd name="connsiteX6" fmla="*/ 1603331 w 8939754"/>
              <a:gd name="connsiteY6" fmla="*/ 6766560 h 6766560"/>
              <a:gd name="connsiteX7" fmla="*/ 1464433 w 8939754"/>
              <a:gd name="connsiteY7" fmla="*/ 6646243 h 6766560"/>
              <a:gd name="connsiteX8" fmla="*/ 0 w 8939754"/>
              <a:gd name="connsiteY8" fmla="*/ 3337560 h 6766560"/>
              <a:gd name="connsiteX9" fmla="*/ 1309197 w 8939754"/>
              <a:gd name="connsiteY9" fmla="*/ 176881 h 6766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9754" h="6766560">
                <a:moveTo>
                  <a:pt x="1503815" y="0"/>
                </a:moveTo>
                <a:lnTo>
                  <a:pt x="7435940" y="0"/>
                </a:lnTo>
                <a:lnTo>
                  <a:pt x="7630557" y="176881"/>
                </a:lnTo>
                <a:cubicBezTo>
                  <a:pt x="8439446" y="985769"/>
                  <a:pt x="8939754" y="2103238"/>
                  <a:pt x="8939754" y="3337560"/>
                </a:cubicBezTo>
                <a:cubicBezTo>
                  <a:pt x="8939754" y="4649027"/>
                  <a:pt x="8374953" y="5828578"/>
                  <a:pt x="7475321" y="6646243"/>
                </a:cubicBezTo>
                <a:lnTo>
                  <a:pt x="7336423" y="6766560"/>
                </a:lnTo>
                <a:lnTo>
                  <a:pt x="1603331" y="6766560"/>
                </a:lnTo>
                <a:lnTo>
                  <a:pt x="1464433" y="6646243"/>
                </a:lnTo>
                <a:cubicBezTo>
                  <a:pt x="564801" y="5828578"/>
                  <a:pt x="0" y="4649027"/>
                  <a:pt x="0" y="3337560"/>
                </a:cubicBezTo>
                <a:cubicBezTo>
                  <a:pt x="0" y="2103238"/>
                  <a:pt x="500308" y="985769"/>
                  <a:pt x="1309197" y="176881"/>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lnSpc>
                <a:spcPct val="90000"/>
              </a:lnSpc>
              <a:spcBef>
                <a:spcPts val="200"/>
              </a:spcBef>
              <a:spcAft>
                <a:spcPts val="200"/>
              </a:spcAft>
            </a:pPr>
            <a:endParaRPr lang="en-US" kern="100" err="1">
              <a:solidFill>
                <a:schemeClr val="bg1"/>
              </a:solidFill>
              <a:latin typeface="+mj-lt"/>
            </a:endParaRPr>
          </a:p>
        </p:txBody>
      </p:sp>
      <p:sp>
        <p:nvSpPr>
          <p:cNvPr id="14" name="Content Placeholder 2">
            <a:extLst>
              <a:ext uri="{FF2B5EF4-FFF2-40B4-BE49-F238E27FC236}">
                <a16:creationId xmlns:a16="http://schemas.microsoft.com/office/drawing/2014/main" id="{F1543B27-30F5-49F3-A344-80EEF4BE7A1D}"/>
              </a:ext>
            </a:extLst>
          </p:cNvPr>
          <p:cNvSpPr>
            <a:spLocks noGrp="1"/>
          </p:cNvSpPr>
          <p:nvPr>
            <p:ph idx="1"/>
          </p:nvPr>
        </p:nvSpPr>
        <p:spPr bwMode="black">
          <a:xfrm>
            <a:off x="457199" y="457200"/>
            <a:ext cx="11273866" cy="5788152"/>
          </a:xfrm>
          <a:prstGeom prst="rect">
            <a:avLst/>
          </a:prstGeom>
        </p:spPr>
        <p:txBody>
          <a:bodyPr anchor="ctr">
            <a:normAutofit/>
          </a:bodyPr>
          <a:lstStyle>
            <a:lvl1pPr marL="0" indent="0" algn="ctr" defTabSz="914400" rtl="0" eaLnBrk="1" latinLnBrk="0" hangingPunct="1">
              <a:lnSpc>
                <a:spcPct val="100000"/>
              </a:lnSpc>
              <a:spcBef>
                <a:spcPts val="1800"/>
              </a:spcBef>
              <a:spcAft>
                <a:spcPts val="0"/>
              </a:spcAft>
              <a:buFont typeface="Arial" panose="020B0604020202020204" pitchFamily="34" charset="0"/>
              <a:buChar char="​"/>
              <a:defRPr lang="en-US" sz="4000" b="1" kern="100" spc="-100" baseline="0" dirty="0">
                <a:solidFill>
                  <a:schemeClr val="tx1"/>
                </a:solidFill>
                <a:latin typeface="+mj-lt"/>
                <a:ea typeface="+mn-ea"/>
                <a:cs typeface="Arial" panose="020B0604020202020204" pitchFamily="34" charset="0"/>
              </a:defRPr>
            </a:lvl1pPr>
            <a:lvl2pPr marL="0" indent="0" algn="ctr">
              <a:lnSpc>
                <a:spcPct val="85000"/>
              </a:lnSpc>
              <a:spcBef>
                <a:spcPts val="1200"/>
              </a:spcBef>
              <a:buFont typeface="Arial" panose="020B0604020202020204" pitchFamily="34" charset="0"/>
              <a:buNone/>
              <a:defRPr lang="en-US" sz="1800" b="1" kern="100" cap="none" spc="-20" baseline="0" dirty="0">
                <a:solidFill>
                  <a:schemeClr val="bg1"/>
                </a:solidFill>
                <a:latin typeface="Arial" panose="020B0604020202020204" pitchFamily="34" charset="0"/>
                <a:ea typeface="+mn-ea"/>
                <a:cs typeface="Arial" panose="020B0604020202020204" pitchFamily="34" charset="0"/>
              </a:defRPr>
            </a:lvl2pPr>
            <a:lvl3pPr marL="0" indent="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3pPr>
            <a:lvl4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4pPr>
            <a:lvl5pPr marL="342900" indent="-342900" algn="ctr">
              <a:lnSpc>
                <a:spcPct val="85000"/>
              </a:lnSpc>
              <a:spcBef>
                <a:spcPts val="200"/>
              </a:spcBef>
              <a:spcAft>
                <a:spcPts val="200"/>
              </a:spcAft>
              <a:buFont typeface="Arial" panose="020B0604020202020204" pitchFamily="34" charset="0"/>
              <a:buChar char="​"/>
              <a:defRPr sz="2000" b="0" cap="none" baseline="0">
                <a:solidFill>
                  <a:schemeClr val="bg1"/>
                </a:solidFill>
                <a:latin typeface="+mj-lt"/>
              </a:defRPr>
            </a:lvl5pPr>
            <a:lvl6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6pPr>
            <a:lvl7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7pPr>
            <a:lvl8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8pPr>
            <a:lvl9pPr marL="285750" indent="-285750" algn="ctr">
              <a:lnSpc>
                <a:spcPct val="85000"/>
              </a:lnSpc>
              <a:spcBef>
                <a:spcPts val="200"/>
              </a:spcBef>
              <a:spcAft>
                <a:spcPts val="200"/>
              </a:spcAft>
              <a:buFont typeface="Arial" panose="020B0604020202020204" pitchFamily="34" charset="0"/>
              <a:buChar char="​"/>
              <a:defRPr sz="2200" b="0" cap="none" baseline="0">
                <a:solidFill>
                  <a:schemeClr val="bg1"/>
                </a:solidFill>
                <a:latin typeface="+mj-lt"/>
              </a:defRPr>
            </a:lvl9pPr>
          </a:lstStyle>
          <a:p>
            <a:pPr lvl="0"/>
            <a:r>
              <a:rPr lang="en-US"/>
              <a:t>Click to edit Master text styles</a:t>
            </a:r>
          </a:p>
        </p:txBody>
      </p:sp>
      <p:sp>
        <p:nvSpPr>
          <p:cNvPr id="4" name="Footer Placeholder 10">
            <a:extLst>
              <a:ext uri="{FF2B5EF4-FFF2-40B4-BE49-F238E27FC236}">
                <a16:creationId xmlns:a16="http://schemas.microsoft.com/office/drawing/2014/main" id="{9C64B7AB-DE60-1A35-EA27-073245889CEB}"/>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9807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and photo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6093265" y="0"/>
            <a:ext cx="6098736"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20" name="Picture Placeholder 3">
            <a:extLst>
              <a:ext uri="{FF2B5EF4-FFF2-40B4-BE49-F238E27FC236}">
                <a16:creationId xmlns:a16="http://schemas.microsoft.com/office/drawing/2014/main" id="{8AD9881D-B00A-4247-8DF7-BEE9578ADBC5}"/>
              </a:ext>
            </a:extLst>
          </p:cNvPr>
          <p:cNvSpPr>
            <a:spLocks noGrp="1"/>
          </p:cNvSpPr>
          <p:nvPr>
            <p:ph type="pic" sz="quarter" idx="15" hasCustomPrompt="1"/>
          </p:nvPr>
        </p:nvSpPr>
        <p:spPr bwMode="ltGray">
          <a:xfrm>
            <a:off x="6093265" y="94488"/>
            <a:ext cx="6098736" cy="6763511"/>
          </a:xfrm>
          <a:prstGeom prst="rect">
            <a:avLst/>
          </a:prstGeom>
          <a:noFill/>
        </p:spPr>
        <p:txBody>
          <a:bodyPr lIns="274320" tIns="274320" rIns="274320" bIns="274320"/>
          <a:lstStyle>
            <a:lvl1pPr algn="ctr">
              <a:buNone/>
              <a:defRPr sz="1800"/>
            </a:lvl1pPr>
          </a:lstStyle>
          <a:p>
            <a:r>
              <a:rPr lang="en-US"/>
              <a:t>Click icon below to insert a photo</a:t>
            </a:r>
          </a:p>
        </p:txBody>
      </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69223" y="1967113"/>
            <a:ext cx="5164134" cy="4319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57200" y="457200"/>
            <a:ext cx="5176157" cy="753995"/>
          </a:xfrm>
        </p:spPr>
        <p:txBody>
          <a:bodyPr/>
          <a:lstStyle/>
          <a:p>
            <a:r>
              <a:rPr lang="en-US"/>
              <a:t>Click to edit Master title style</a:t>
            </a:r>
          </a:p>
        </p:txBody>
      </p:sp>
      <p:grpSp>
        <p:nvGrpSpPr>
          <p:cNvPr id="6" name="Group 5">
            <a:extLst>
              <a:ext uri="{FF2B5EF4-FFF2-40B4-BE49-F238E27FC236}">
                <a16:creationId xmlns:a16="http://schemas.microsoft.com/office/drawing/2014/main" id="{7B912C96-7BFB-081C-AE15-178F5E555C5E}"/>
              </a:ext>
            </a:extLst>
          </p:cNvPr>
          <p:cNvGrpSpPr/>
          <p:nvPr userDrawn="1"/>
        </p:nvGrpSpPr>
        <p:grpSpPr>
          <a:xfrm>
            <a:off x="0" y="0"/>
            <a:ext cx="12192000" cy="94488"/>
            <a:chOff x="4107" y="7202786"/>
            <a:chExt cx="12187893" cy="317500"/>
          </a:xfrm>
        </p:grpSpPr>
        <p:sp>
          <p:nvSpPr>
            <p:cNvPr id="11" name="Rectangle 10">
              <a:extLst>
                <a:ext uri="{FF2B5EF4-FFF2-40B4-BE49-F238E27FC236}">
                  <a16:creationId xmlns:a16="http://schemas.microsoft.com/office/drawing/2014/main" id="{04B6A66B-5082-846E-F1EC-3B573D7E77AE}"/>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2" name="Rectangle 11">
              <a:extLst>
                <a:ext uri="{FF2B5EF4-FFF2-40B4-BE49-F238E27FC236}">
                  <a16:creationId xmlns:a16="http://schemas.microsoft.com/office/drawing/2014/main" id="{82315542-4D76-6E75-9007-88B2A873232E}"/>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3" name="Rectangle 12">
              <a:extLst>
                <a:ext uri="{FF2B5EF4-FFF2-40B4-BE49-F238E27FC236}">
                  <a16:creationId xmlns:a16="http://schemas.microsoft.com/office/drawing/2014/main" id="{69F2FF74-A6E8-772C-19C1-81EC7EEB6A01}"/>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2D5676C7-C608-32BD-C7F7-DF276A07ED04}"/>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5" name="Rectangle 14">
              <a:extLst>
                <a:ext uri="{FF2B5EF4-FFF2-40B4-BE49-F238E27FC236}">
                  <a16:creationId xmlns:a16="http://schemas.microsoft.com/office/drawing/2014/main" id="{231A66C7-0733-810F-308C-DC8CC6857B79}"/>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9" name="updated logo" descr="Logo&#10;&#10;Description automatically generated">
            <a:extLst>
              <a:ext uri="{FF2B5EF4-FFF2-40B4-BE49-F238E27FC236}">
                <a16:creationId xmlns:a16="http://schemas.microsoft.com/office/drawing/2014/main" id="{EF3D484E-C307-C627-4DDF-BBCAF4B274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25" name="Footer Placeholder 10">
            <a:extLst>
              <a:ext uri="{FF2B5EF4-FFF2-40B4-BE49-F238E27FC236}">
                <a16:creationId xmlns:a16="http://schemas.microsoft.com/office/drawing/2014/main" id="{D4220D5E-92C1-ABC8-BEF5-DE9A74C4A9B6}"/>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18628592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ntent and photo lef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193922-250C-D740-A91E-0F1BF41B61A8}"/>
              </a:ext>
            </a:extLst>
          </p:cNvPr>
          <p:cNvSpPr/>
          <p:nvPr userDrawn="1"/>
        </p:nvSpPr>
        <p:spPr>
          <a:xfrm>
            <a:off x="0" y="0"/>
            <a:ext cx="6098736"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19" name="Picture Placeholder 3">
            <a:extLst>
              <a:ext uri="{FF2B5EF4-FFF2-40B4-BE49-F238E27FC236}">
                <a16:creationId xmlns:a16="http://schemas.microsoft.com/office/drawing/2014/main" id="{A2524182-F3AA-A449-A811-1F42DD3BE45E}"/>
              </a:ext>
            </a:extLst>
          </p:cNvPr>
          <p:cNvSpPr>
            <a:spLocks noGrp="1"/>
          </p:cNvSpPr>
          <p:nvPr>
            <p:ph type="pic" sz="quarter" idx="15" hasCustomPrompt="1"/>
          </p:nvPr>
        </p:nvSpPr>
        <p:spPr bwMode="ltGray">
          <a:xfrm>
            <a:off x="0" y="91440"/>
            <a:ext cx="6098736" cy="6766559"/>
          </a:xfrm>
          <a:prstGeom prst="rect">
            <a:avLst/>
          </a:prstGeom>
          <a:noFill/>
        </p:spPr>
        <p:txBody>
          <a:bodyPr lIns="274320" tIns="274320" rIns="274320" bIns="274320"/>
          <a:lstStyle>
            <a:lvl1pPr algn="ctr">
              <a:buNone/>
              <a:defRPr sz="1800"/>
            </a:lvl1pPr>
          </a:lstStyle>
          <a:p>
            <a:r>
              <a:rPr lang="en-US"/>
              <a:t>Click icon below to insert a photo</a:t>
            </a:r>
          </a:p>
        </p:txBody>
      </p:sp>
      <p:sp>
        <p:nvSpPr>
          <p:cNvPr id="26" name="Content Placeholder 2">
            <a:extLst>
              <a:ext uri="{FF2B5EF4-FFF2-40B4-BE49-F238E27FC236}">
                <a16:creationId xmlns:a16="http://schemas.microsoft.com/office/drawing/2014/main" id="{3477760C-3274-4510-B4C1-514FA1F1FE3E}"/>
              </a:ext>
            </a:extLst>
          </p:cNvPr>
          <p:cNvSpPr>
            <a:spLocks noGrp="1"/>
          </p:cNvSpPr>
          <p:nvPr>
            <p:ph idx="14"/>
          </p:nvPr>
        </p:nvSpPr>
        <p:spPr>
          <a:xfrm>
            <a:off x="6570667" y="1967113"/>
            <a:ext cx="5164134" cy="43193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4F10EF53-26EC-4206-AAE1-524C87D7422A}"/>
              </a:ext>
            </a:extLst>
          </p:cNvPr>
          <p:cNvSpPr>
            <a:spLocks noGrp="1"/>
          </p:cNvSpPr>
          <p:nvPr>
            <p:ph type="title"/>
          </p:nvPr>
        </p:nvSpPr>
        <p:spPr>
          <a:xfrm>
            <a:off x="6567616" y="457200"/>
            <a:ext cx="5176215" cy="753995"/>
          </a:xfrm>
        </p:spPr>
        <p:txBody>
          <a:bodyPr/>
          <a:lstStyle/>
          <a:p>
            <a:r>
              <a:rPr lang="en-US"/>
              <a:t>Click to edit Master title style</a:t>
            </a:r>
          </a:p>
        </p:txBody>
      </p:sp>
      <p:grpSp>
        <p:nvGrpSpPr>
          <p:cNvPr id="12" name="Group 11">
            <a:extLst>
              <a:ext uri="{FF2B5EF4-FFF2-40B4-BE49-F238E27FC236}">
                <a16:creationId xmlns:a16="http://schemas.microsoft.com/office/drawing/2014/main" id="{0CEEF220-FA5A-CA78-AD48-AA9A8689E5C6}"/>
              </a:ext>
            </a:extLst>
          </p:cNvPr>
          <p:cNvGrpSpPr/>
          <p:nvPr userDrawn="1"/>
        </p:nvGrpSpPr>
        <p:grpSpPr>
          <a:xfrm>
            <a:off x="0" y="0"/>
            <a:ext cx="12192000" cy="94488"/>
            <a:chOff x="4107" y="7202786"/>
            <a:chExt cx="12187893" cy="317500"/>
          </a:xfrm>
        </p:grpSpPr>
        <p:sp>
          <p:nvSpPr>
            <p:cNvPr id="13" name="Rectangle 12">
              <a:extLst>
                <a:ext uri="{FF2B5EF4-FFF2-40B4-BE49-F238E27FC236}">
                  <a16:creationId xmlns:a16="http://schemas.microsoft.com/office/drawing/2014/main" id="{DF41951C-B5CE-45C7-EBBB-804D74DC27B6}"/>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9E723D69-BBF9-7038-9814-944F3AADCD33}"/>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5" name="Rectangle 14">
              <a:extLst>
                <a:ext uri="{FF2B5EF4-FFF2-40B4-BE49-F238E27FC236}">
                  <a16:creationId xmlns:a16="http://schemas.microsoft.com/office/drawing/2014/main" id="{E0DCDEF5-AC3F-20DD-EDCD-1416AC0DEA27}"/>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01DF92A7-082B-8AA8-6EDC-AA8D5E2BE632}"/>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7" name="Rectangle 16">
              <a:extLst>
                <a:ext uri="{FF2B5EF4-FFF2-40B4-BE49-F238E27FC236}">
                  <a16:creationId xmlns:a16="http://schemas.microsoft.com/office/drawing/2014/main" id="{72FBF9D9-B171-8A86-292F-712E35573C0F}"/>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2" name="updated logo" descr="Logo&#10;&#10;Description automatically generated">
            <a:extLst>
              <a:ext uri="{FF2B5EF4-FFF2-40B4-BE49-F238E27FC236}">
                <a16:creationId xmlns:a16="http://schemas.microsoft.com/office/drawing/2014/main" id="{16BFBCE4-24DF-237F-AF27-4B65CC66449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4" name="TextBox 3">
            <a:extLst>
              <a:ext uri="{FF2B5EF4-FFF2-40B4-BE49-F238E27FC236}">
                <a16:creationId xmlns:a16="http://schemas.microsoft.com/office/drawing/2014/main" id="{DF8B1178-F627-6B17-CB4B-B777FF144F2C}"/>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tx1"/>
                </a:solidFill>
                <a:latin typeface="+mn-lt"/>
                <a:cs typeface="Arial" panose="020B0604020202020204" pitchFamily="34" charset="0"/>
              </a:rPr>
              <a:t>©</a:t>
            </a:r>
            <a:r>
              <a:rPr lang="en-US" sz="750" kern="100" cap="all" spc="20" baseline="0">
                <a:solidFill>
                  <a:schemeClr val="tx1"/>
                </a:solidFill>
                <a:latin typeface="+mn-lt"/>
                <a:cs typeface="Arial" panose="020B0604020202020204" pitchFamily="34" charset="0"/>
              </a:rPr>
              <a:t>2026 F5</a:t>
            </a:r>
          </a:p>
        </p:txBody>
      </p:sp>
      <p:sp>
        <p:nvSpPr>
          <p:cNvPr id="5" name="TextBox 4">
            <a:extLst>
              <a:ext uri="{FF2B5EF4-FFF2-40B4-BE49-F238E27FC236}">
                <a16:creationId xmlns:a16="http://schemas.microsoft.com/office/drawing/2014/main" id="{564E246F-C71F-8870-5D07-2501110D1D0F}"/>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tx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tx1"/>
              </a:solidFill>
              <a:latin typeface="+mj-lt"/>
              <a:cs typeface="Arial" panose="020B0604020202020204" pitchFamily="34" charset="0"/>
            </a:endParaRPr>
          </a:p>
        </p:txBody>
      </p:sp>
      <p:sp>
        <p:nvSpPr>
          <p:cNvPr id="6" name="Footer Placeholder 10">
            <a:extLst>
              <a:ext uri="{FF2B5EF4-FFF2-40B4-BE49-F238E27FC236}">
                <a16:creationId xmlns:a16="http://schemas.microsoft.com/office/drawing/2014/main" id="{C91945D4-7E70-94BC-A1EF-282272F08C0F}"/>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graphicFrame>
        <p:nvGraphicFramePr>
          <p:cNvPr id="9" name="Table 8">
            <a:extLst>
              <a:ext uri="{FF2B5EF4-FFF2-40B4-BE49-F238E27FC236}">
                <a16:creationId xmlns:a16="http://schemas.microsoft.com/office/drawing/2014/main" id="{F1EC014C-76EA-9CB7-D82C-E224231E32F9}"/>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0" name="Table 9">
            <a:extLst>
              <a:ext uri="{FF2B5EF4-FFF2-40B4-BE49-F238E27FC236}">
                <a16:creationId xmlns:a16="http://schemas.microsoft.com/office/drawing/2014/main" id="{860E540C-819C-C275-B4D9-24BD06B3BE52}"/>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27349952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idebar with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FDF3E6-324E-4875-8242-D42D701A6E9E}"/>
              </a:ext>
            </a:extLst>
          </p:cNvPr>
          <p:cNvSpPr/>
          <p:nvPr userDrawn="1"/>
        </p:nvSpPr>
        <p:spPr bwMode="ltGray">
          <a:xfrm>
            <a:off x="0" y="0"/>
            <a:ext cx="6096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1A61974F-83C6-4B8C-A611-F52ADE4EAD76}"/>
              </a:ext>
            </a:extLst>
          </p:cNvPr>
          <p:cNvSpPr>
            <a:spLocks noGrp="1"/>
          </p:cNvSpPr>
          <p:nvPr>
            <p:ph idx="16"/>
          </p:nvPr>
        </p:nvSpPr>
        <p:spPr>
          <a:xfrm>
            <a:off x="6590906" y="457200"/>
            <a:ext cx="5140845" cy="58293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8E8E56E7-3501-43C0-8E56-CED7C59FB5F3}"/>
              </a:ext>
            </a:extLst>
          </p:cNvPr>
          <p:cNvSpPr>
            <a:spLocks noGrp="1"/>
          </p:cNvSpPr>
          <p:nvPr>
            <p:ph type="body" idx="1"/>
          </p:nvPr>
        </p:nvSpPr>
        <p:spPr>
          <a:xfrm>
            <a:off x="469223" y="1967112"/>
            <a:ext cx="4856688" cy="4139385"/>
          </a:xfrm>
          <a:prstGeom prst="rect">
            <a:avLst/>
          </a:prstGeom>
        </p:spPr>
        <p:txBody>
          <a:bodyPr anchor="t"/>
          <a:lstStyle>
            <a:lvl1pPr marL="0" marR="0" indent="0" algn="l" defTabSz="914400" rtl="0" eaLnBrk="1" fontAlgn="auto" latinLnBrk="0" hangingPunct="1">
              <a:lnSpc>
                <a:spcPct val="120000"/>
              </a:lnSpc>
              <a:spcBef>
                <a:spcPts val="2400"/>
              </a:spcBef>
              <a:spcAft>
                <a:spcPts val="0"/>
              </a:spcAft>
              <a:buClrTx/>
              <a:buSzTx/>
              <a:buFont typeface="Arial" panose="020B0604020202020204" pitchFamily="34" charset="0"/>
              <a:buNone/>
              <a:tabLst/>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r>
              <a:rPr lang="en-US"/>
              <a:t>Click to edit Master text styles</a:t>
            </a:r>
          </a:p>
        </p:txBody>
      </p:sp>
      <p:sp>
        <p:nvSpPr>
          <p:cNvPr id="2" name="Title 1">
            <a:extLst>
              <a:ext uri="{FF2B5EF4-FFF2-40B4-BE49-F238E27FC236}">
                <a16:creationId xmlns:a16="http://schemas.microsoft.com/office/drawing/2014/main" id="{27CAC042-5DC9-4769-B7E8-FF597DC9486E}"/>
              </a:ext>
            </a:extLst>
          </p:cNvPr>
          <p:cNvSpPr>
            <a:spLocks noGrp="1"/>
          </p:cNvSpPr>
          <p:nvPr>
            <p:ph type="title"/>
          </p:nvPr>
        </p:nvSpPr>
        <p:spPr>
          <a:xfrm>
            <a:off x="457200" y="457200"/>
            <a:ext cx="5176215" cy="753995"/>
          </a:xfrm>
        </p:spPr>
        <p:txBody>
          <a:bodyPr/>
          <a:lstStyle/>
          <a:p>
            <a:r>
              <a:rPr lang="en-US"/>
              <a:t>Click to edit Master title style</a:t>
            </a:r>
          </a:p>
        </p:txBody>
      </p:sp>
      <p:grpSp>
        <p:nvGrpSpPr>
          <p:cNvPr id="13" name="Group 12">
            <a:extLst>
              <a:ext uri="{FF2B5EF4-FFF2-40B4-BE49-F238E27FC236}">
                <a16:creationId xmlns:a16="http://schemas.microsoft.com/office/drawing/2014/main" id="{F75A6F55-7E74-484F-0D2A-89792DF695BD}"/>
              </a:ext>
            </a:extLst>
          </p:cNvPr>
          <p:cNvGrpSpPr/>
          <p:nvPr userDrawn="1"/>
        </p:nvGrpSpPr>
        <p:grpSpPr>
          <a:xfrm>
            <a:off x="0" y="0"/>
            <a:ext cx="12192000" cy="94488"/>
            <a:chOff x="4107" y="7202786"/>
            <a:chExt cx="12187893" cy="317500"/>
          </a:xfrm>
        </p:grpSpPr>
        <p:sp>
          <p:nvSpPr>
            <p:cNvPr id="15" name="Rectangle 14">
              <a:extLst>
                <a:ext uri="{FF2B5EF4-FFF2-40B4-BE49-F238E27FC236}">
                  <a16:creationId xmlns:a16="http://schemas.microsoft.com/office/drawing/2014/main" id="{B87F009D-18A8-9480-63E9-49A4C631CE41}"/>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86E2585F-0EF1-6E26-7EB2-560787C1FCF7}"/>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7" name="Rectangle 16">
              <a:extLst>
                <a:ext uri="{FF2B5EF4-FFF2-40B4-BE49-F238E27FC236}">
                  <a16:creationId xmlns:a16="http://schemas.microsoft.com/office/drawing/2014/main" id="{6FBF0503-76AC-BAC5-A167-2EA9950F5E3F}"/>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8" name="Rectangle 17">
              <a:extLst>
                <a:ext uri="{FF2B5EF4-FFF2-40B4-BE49-F238E27FC236}">
                  <a16:creationId xmlns:a16="http://schemas.microsoft.com/office/drawing/2014/main" id="{6B1BE4E1-5203-A918-C55D-E896CE407F47}"/>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9" name="Rectangle 18">
              <a:extLst>
                <a:ext uri="{FF2B5EF4-FFF2-40B4-BE49-F238E27FC236}">
                  <a16:creationId xmlns:a16="http://schemas.microsoft.com/office/drawing/2014/main" id="{5C654E6E-667F-EE08-E265-ED837282AC93}"/>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3" name="updated logo" descr="Logo&#10;&#10;Description automatically generated">
            <a:extLst>
              <a:ext uri="{FF2B5EF4-FFF2-40B4-BE49-F238E27FC236}">
                <a16:creationId xmlns:a16="http://schemas.microsoft.com/office/drawing/2014/main" id="{E102DA0F-48D6-B255-D1A6-378331EEFB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5" name="TextBox 4">
            <a:extLst>
              <a:ext uri="{FF2B5EF4-FFF2-40B4-BE49-F238E27FC236}">
                <a16:creationId xmlns:a16="http://schemas.microsoft.com/office/drawing/2014/main" id="{7540A35C-E86C-13BD-459D-BF361112F654}"/>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tx1"/>
                </a:solidFill>
                <a:latin typeface="+mn-lt"/>
                <a:cs typeface="Arial" panose="020B0604020202020204" pitchFamily="34" charset="0"/>
              </a:rPr>
              <a:t>©</a:t>
            </a:r>
            <a:r>
              <a:rPr lang="en-US" sz="750" kern="100" cap="all" spc="20" baseline="0">
                <a:solidFill>
                  <a:schemeClr val="tx1"/>
                </a:solidFill>
                <a:latin typeface="+mn-lt"/>
                <a:cs typeface="Arial" panose="020B0604020202020204" pitchFamily="34" charset="0"/>
              </a:rPr>
              <a:t>2026 F5</a:t>
            </a:r>
          </a:p>
        </p:txBody>
      </p:sp>
      <p:sp>
        <p:nvSpPr>
          <p:cNvPr id="6" name="TextBox 5">
            <a:extLst>
              <a:ext uri="{FF2B5EF4-FFF2-40B4-BE49-F238E27FC236}">
                <a16:creationId xmlns:a16="http://schemas.microsoft.com/office/drawing/2014/main" id="{5A1865C6-0F13-B58A-8F32-80B26C6D3917}"/>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tx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tx1"/>
              </a:solidFill>
              <a:latin typeface="+mj-lt"/>
              <a:cs typeface="Arial" panose="020B0604020202020204" pitchFamily="34" charset="0"/>
            </a:endParaRPr>
          </a:p>
        </p:txBody>
      </p:sp>
      <p:sp>
        <p:nvSpPr>
          <p:cNvPr id="7" name="Footer Placeholder 10">
            <a:extLst>
              <a:ext uri="{FF2B5EF4-FFF2-40B4-BE49-F238E27FC236}">
                <a16:creationId xmlns:a16="http://schemas.microsoft.com/office/drawing/2014/main" id="{7C95A9FF-E124-B756-23C9-33866DECF0A9}"/>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graphicFrame>
        <p:nvGraphicFramePr>
          <p:cNvPr id="10" name="Table 9">
            <a:extLst>
              <a:ext uri="{FF2B5EF4-FFF2-40B4-BE49-F238E27FC236}">
                <a16:creationId xmlns:a16="http://schemas.microsoft.com/office/drawing/2014/main" id="{259325CB-A0F1-DDE7-471E-9C96C0D78D78}"/>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2" name="Table 11">
            <a:extLst>
              <a:ext uri="{FF2B5EF4-FFF2-40B4-BE49-F238E27FC236}">
                <a16:creationId xmlns:a16="http://schemas.microsoft.com/office/drawing/2014/main" id="{87C99FCC-AF87-7562-A182-9776CB9E2FEE}"/>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38416904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ight One-third Highlight_with subtitl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8111905" y="81480"/>
            <a:ext cx="4080095" cy="6776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69223" y="1967113"/>
            <a:ext cx="7310618" cy="44270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F84C2779-5F96-4963-ABA1-52B1DEDACA1F}"/>
              </a:ext>
            </a:extLst>
          </p:cNvPr>
          <p:cNvSpPr>
            <a:spLocks noGrp="1"/>
          </p:cNvSpPr>
          <p:nvPr>
            <p:ph type="body" idx="17" hasCustomPrompt="1"/>
          </p:nvPr>
        </p:nvSpPr>
        <p:spPr>
          <a:xfrm>
            <a:off x="457200" y="1256758"/>
            <a:ext cx="7327720" cy="246221"/>
          </a:xfrm>
          <a:prstGeom prst="rect">
            <a:avLst/>
          </a:prstGeom>
        </p:spPr>
        <p:txBody>
          <a:bodyPr wrap="square" lIns="0" anchor="t">
            <a:spAutoFit/>
          </a:bodyPr>
          <a:lstStyle>
            <a:lvl1pPr marL="0" indent="0">
              <a:lnSpc>
                <a:spcPct val="100000"/>
              </a:lnSpc>
              <a:spcBef>
                <a:spcPts val="0"/>
              </a:spcBef>
              <a:buNone/>
              <a:defRPr sz="1600" b="0" cap="none" spc="0" baseline="0">
                <a:solidFill>
                  <a:srgbClr val="7D7D7D"/>
                </a:solidFill>
                <a:latin typeface="+mn-lt"/>
              </a:defRPr>
            </a:lvl1pPr>
            <a:lvl2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2pPr>
            <a:lvl3pPr marL="0" indent="0">
              <a:buNone/>
              <a:defRPr lang="en-US" sz="1800" b="1" kern="100" cap="all" spc="50" baseline="0" dirty="0" smtClean="0">
                <a:solidFill>
                  <a:srgbClr val="7D7D7D"/>
                </a:solidFill>
                <a:latin typeface="Arial Narrow" panose="020B0606020202030204" pitchFamily="34" charset="0"/>
                <a:ea typeface="+mn-ea"/>
                <a:cs typeface="Arial" panose="020B0604020202020204" pitchFamily="34" charset="0"/>
              </a:defRPr>
            </a:lvl3pPr>
            <a:lvl4pPr marL="0" indent="0">
              <a:buNone/>
              <a:defRPr lang="en-US" sz="1800" b="1" kern="100" cap="all" spc="50" baseline="0" dirty="0">
                <a:solidFill>
                  <a:srgbClr val="7D7D7D"/>
                </a:solidFill>
                <a:latin typeface="Arial Narrow" panose="020B0606020202030204" pitchFamily="34" charset="0"/>
                <a:ea typeface="+mn-ea"/>
                <a:cs typeface="Arial" panose="020B0604020202020204" pitchFamily="34" charset="0"/>
              </a:defRPr>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57200" y="457200"/>
            <a:ext cx="7327638" cy="753995"/>
          </a:xfrm>
        </p:spPr>
        <p:txBody>
          <a:bodyPr/>
          <a:lstStyle/>
          <a:p>
            <a:r>
              <a:rPr lang="en-US"/>
              <a:t>Click to edit Master title style</a:t>
            </a:r>
          </a:p>
        </p:txBody>
      </p:sp>
      <p:grpSp>
        <p:nvGrpSpPr>
          <p:cNvPr id="6" name="Group 5">
            <a:extLst>
              <a:ext uri="{FF2B5EF4-FFF2-40B4-BE49-F238E27FC236}">
                <a16:creationId xmlns:a16="http://schemas.microsoft.com/office/drawing/2014/main" id="{206DCBC5-C73E-20C1-38F7-55313259024B}"/>
              </a:ext>
            </a:extLst>
          </p:cNvPr>
          <p:cNvGrpSpPr/>
          <p:nvPr userDrawn="1"/>
        </p:nvGrpSpPr>
        <p:grpSpPr>
          <a:xfrm>
            <a:off x="0" y="0"/>
            <a:ext cx="12192000" cy="94488"/>
            <a:chOff x="4107" y="7202786"/>
            <a:chExt cx="12187893" cy="317500"/>
          </a:xfrm>
        </p:grpSpPr>
        <p:sp>
          <p:nvSpPr>
            <p:cNvPr id="7" name="Rectangle 6">
              <a:extLst>
                <a:ext uri="{FF2B5EF4-FFF2-40B4-BE49-F238E27FC236}">
                  <a16:creationId xmlns:a16="http://schemas.microsoft.com/office/drawing/2014/main" id="{981A05D1-1AE5-3CAE-9C89-455027220F54}"/>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8" name="Rectangle 7">
              <a:extLst>
                <a:ext uri="{FF2B5EF4-FFF2-40B4-BE49-F238E27FC236}">
                  <a16:creationId xmlns:a16="http://schemas.microsoft.com/office/drawing/2014/main" id="{7F9BDBB0-C30C-605D-80D8-F276530ED860}"/>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9" name="Rectangle 8">
              <a:extLst>
                <a:ext uri="{FF2B5EF4-FFF2-40B4-BE49-F238E27FC236}">
                  <a16:creationId xmlns:a16="http://schemas.microsoft.com/office/drawing/2014/main" id="{4581AE5B-6C5F-3BCB-7D96-B7B44DA1D3F0}"/>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0" name="Rectangle 9">
              <a:extLst>
                <a:ext uri="{FF2B5EF4-FFF2-40B4-BE49-F238E27FC236}">
                  <a16:creationId xmlns:a16="http://schemas.microsoft.com/office/drawing/2014/main" id="{35650CA4-CA88-6CF9-CFED-14017E1A1701}"/>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1" name="Rectangle 10">
              <a:extLst>
                <a:ext uri="{FF2B5EF4-FFF2-40B4-BE49-F238E27FC236}">
                  <a16:creationId xmlns:a16="http://schemas.microsoft.com/office/drawing/2014/main" id="{3642E34F-22F6-5410-B68E-619C91173421}"/>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2" name="updated logo" descr="Logo&#10;&#10;Description automatically generated">
            <a:extLst>
              <a:ext uri="{FF2B5EF4-FFF2-40B4-BE49-F238E27FC236}">
                <a16:creationId xmlns:a16="http://schemas.microsoft.com/office/drawing/2014/main" id="{E7DA9C66-C570-22F3-EC55-1365E49B73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20" name="Footer Placeholder 10">
            <a:extLst>
              <a:ext uri="{FF2B5EF4-FFF2-40B4-BE49-F238E27FC236}">
                <a16:creationId xmlns:a16="http://schemas.microsoft.com/office/drawing/2014/main" id="{3AC2265A-ABD9-F249-41B7-4C1057124CF5}"/>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263747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Left one-third highl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0" y="0"/>
            <a:ext cx="4060953"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37" name="Content Placeholder 2">
            <a:extLst>
              <a:ext uri="{FF2B5EF4-FFF2-40B4-BE49-F238E27FC236}">
                <a16:creationId xmlns:a16="http://schemas.microsoft.com/office/drawing/2014/main" id="{CB74AC72-DDAB-49D1-8286-ABBA64795E3E}"/>
              </a:ext>
            </a:extLst>
          </p:cNvPr>
          <p:cNvSpPr>
            <a:spLocks noGrp="1"/>
          </p:cNvSpPr>
          <p:nvPr>
            <p:ph idx="14"/>
          </p:nvPr>
        </p:nvSpPr>
        <p:spPr>
          <a:xfrm>
            <a:off x="4419467" y="1967113"/>
            <a:ext cx="7310618" cy="4319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2870FF31-9141-4408-B4D2-D6D124989ADA}"/>
              </a:ext>
            </a:extLst>
          </p:cNvPr>
          <p:cNvSpPr>
            <a:spLocks noGrp="1"/>
          </p:cNvSpPr>
          <p:nvPr>
            <p:ph type="title"/>
          </p:nvPr>
        </p:nvSpPr>
        <p:spPr>
          <a:xfrm>
            <a:off x="4407444" y="457200"/>
            <a:ext cx="7327638" cy="753995"/>
          </a:xfrm>
        </p:spPr>
        <p:txBody>
          <a:bodyPr/>
          <a:lstStyle/>
          <a:p>
            <a:r>
              <a:rPr lang="en-US"/>
              <a:t>Click to edit Master title style</a:t>
            </a:r>
          </a:p>
        </p:txBody>
      </p:sp>
      <p:grpSp>
        <p:nvGrpSpPr>
          <p:cNvPr id="4" name="Group 3">
            <a:extLst>
              <a:ext uri="{FF2B5EF4-FFF2-40B4-BE49-F238E27FC236}">
                <a16:creationId xmlns:a16="http://schemas.microsoft.com/office/drawing/2014/main" id="{9089D7AF-E5B3-F6ED-91CE-E2424977ED35}"/>
              </a:ext>
            </a:extLst>
          </p:cNvPr>
          <p:cNvGrpSpPr/>
          <p:nvPr userDrawn="1"/>
        </p:nvGrpSpPr>
        <p:grpSpPr>
          <a:xfrm>
            <a:off x="0" y="0"/>
            <a:ext cx="12192000" cy="94488"/>
            <a:chOff x="4107" y="7202786"/>
            <a:chExt cx="12187893" cy="317500"/>
          </a:xfrm>
        </p:grpSpPr>
        <p:sp>
          <p:nvSpPr>
            <p:cNvPr id="5" name="Rectangle 4">
              <a:extLst>
                <a:ext uri="{FF2B5EF4-FFF2-40B4-BE49-F238E27FC236}">
                  <a16:creationId xmlns:a16="http://schemas.microsoft.com/office/drawing/2014/main" id="{AC004FB0-06CF-3C02-8B15-CCC6648AFED9}"/>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6" name="Rectangle 5">
              <a:extLst>
                <a:ext uri="{FF2B5EF4-FFF2-40B4-BE49-F238E27FC236}">
                  <a16:creationId xmlns:a16="http://schemas.microsoft.com/office/drawing/2014/main" id="{5C22A5B8-4DE5-CA41-AA30-F74AB1A882FF}"/>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0" name="Rectangle 9">
              <a:extLst>
                <a:ext uri="{FF2B5EF4-FFF2-40B4-BE49-F238E27FC236}">
                  <a16:creationId xmlns:a16="http://schemas.microsoft.com/office/drawing/2014/main" id="{1B9676A2-094F-AA54-1AE7-4D6F164DA720}"/>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1" name="Rectangle 10">
              <a:extLst>
                <a:ext uri="{FF2B5EF4-FFF2-40B4-BE49-F238E27FC236}">
                  <a16:creationId xmlns:a16="http://schemas.microsoft.com/office/drawing/2014/main" id="{98CC2DB0-D9D4-BCFD-7DFD-D991D61BE2F8}"/>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2" name="Rectangle 11">
              <a:extLst>
                <a:ext uri="{FF2B5EF4-FFF2-40B4-BE49-F238E27FC236}">
                  <a16:creationId xmlns:a16="http://schemas.microsoft.com/office/drawing/2014/main" id="{F4867625-4D50-E352-5795-78CB99DCACC4}"/>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2" name="TextBox 1">
            <a:extLst>
              <a:ext uri="{FF2B5EF4-FFF2-40B4-BE49-F238E27FC236}">
                <a16:creationId xmlns:a16="http://schemas.microsoft.com/office/drawing/2014/main" id="{EDA65EE0-E6D4-7118-69D7-8B83B7C8CB68}"/>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tx1"/>
                </a:solidFill>
                <a:latin typeface="+mn-lt"/>
                <a:cs typeface="Arial" panose="020B0604020202020204" pitchFamily="34" charset="0"/>
              </a:rPr>
              <a:t>©</a:t>
            </a:r>
            <a:r>
              <a:rPr lang="en-US" sz="750" kern="100" cap="all" spc="20" baseline="0">
                <a:solidFill>
                  <a:schemeClr val="tx1"/>
                </a:solidFill>
                <a:latin typeface="+mn-lt"/>
                <a:cs typeface="Arial" panose="020B0604020202020204" pitchFamily="34" charset="0"/>
              </a:rPr>
              <a:t>2026 F5</a:t>
            </a:r>
          </a:p>
        </p:txBody>
      </p:sp>
      <p:sp>
        <p:nvSpPr>
          <p:cNvPr id="7" name="TextBox 6">
            <a:extLst>
              <a:ext uri="{FF2B5EF4-FFF2-40B4-BE49-F238E27FC236}">
                <a16:creationId xmlns:a16="http://schemas.microsoft.com/office/drawing/2014/main" id="{B452453D-A87A-C124-BF6B-547474D3ED90}"/>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tx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tx1"/>
              </a:solidFill>
              <a:latin typeface="+mj-lt"/>
              <a:cs typeface="Arial" panose="020B0604020202020204" pitchFamily="34" charset="0"/>
            </a:endParaRPr>
          </a:p>
        </p:txBody>
      </p:sp>
      <p:sp>
        <p:nvSpPr>
          <p:cNvPr id="8" name="Footer Placeholder 10">
            <a:extLst>
              <a:ext uri="{FF2B5EF4-FFF2-40B4-BE49-F238E27FC236}">
                <a16:creationId xmlns:a16="http://schemas.microsoft.com/office/drawing/2014/main" id="{79C5D91F-A028-AB2F-DC45-D760C96E69B8}"/>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27205519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2/3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836E480-E42E-4AF7-9F2C-0D6D6C9E201E}"/>
              </a:ext>
            </a:extLst>
          </p:cNvPr>
          <p:cNvSpPr/>
          <p:nvPr userDrawn="1"/>
        </p:nvSpPr>
        <p:spPr>
          <a:xfrm>
            <a:off x="4060953" y="0"/>
            <a:ext cx="813104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20" name="Picture Placeholder 3">
            <a:extLst>
              <a:ext uri="{FF2B5EF4-FFF2-40B4-BE49-F238E27FC236}">
                <a16:creationId xmlns:a16="http://schemas.microsoft.com/office/drawing/2014/main" id="{8AD9881D-B00A-4247-8DF7-BEE9578ADBC5}"/>
              </a:ext>
            </a:extLst>
          </p:cNvPr>
          <p:cNvSpPr>
            <a:spLocks noGrp="1"/>
          </p:cNvSpPr>
          <p:nvPr>
            <p:ph type="pic" sz="quarter" idx="15" hasCustomPrompt="1"/>
          </p:nvPr>
        </p:nvSpPr>
        <p:spPr bwMode="ltGray">
          <a:xfrm>
            <a:off x="4060953" y="94488"/>
            <a:ext cx="8131048" cy="6763511"/>
          </a:xfrm>
          <a:prstGeom prst="rect">
            <a:avLst/>
          </a:prstGeom>
          <a:noFill/>
        </p:spPr>
        <p:txBody>
          <a:bodyPr lIns="274320" tIns="274320" rIns="274320" bIns="274320"/>
          <a:lstStyle>
            <a:lvl1pPr algn="ctr">
              <a:buNone/>
              <a:defRPr sz="1800"/>
            </a:lvl1pPr>
          </a:lstStyle>
          <a:p>
            <a:r>
              <a:rPr lang="en-US"/>
              <a:t>Click icon below to insert a photo</a:t>
            </a:r>
          </a:p>
        </p:txBody>
      </p:sp>
      <p:grpSp>
        <p:nvGrpSpPr>
          <p:cNvPr id="6" name="Group 5">
            <a:extLst>
              <a:ext uri="{FF2B5EF4-FFF2-40B4-BE49-F238E27FC236}">
                <a16:creationId xmlns:a16="http://schemas.microsoft.com/office/drawing/2014/main" id="{13D166EA-F33C-6238-1BA1-ABA9956EBCB1}"/>
              </a:ext>
            </a:extLst>
          </p:cNvPr>
          <p:cNvGrpSpPr/>
          <p:nvPr userDrawn="1"/>
        </p:nvGrpSpPr>
        <p:grpSpPr>
          <a:xfrm>
            <a:off x="0" y="0"/>
            <a:ext cx="12192000" cy="94488"/>
            <a:chOff x="4107" y="7202786"/>
            <a:chExt cx="12187893" cy="317500"/>
          </a:xfrm>
        </p:grpSpPr>
        <p:sp>
          <p:nvSpPr>
            <p:cNvPr id="10" name="Rectangle 9">
              <a:extLst>
                <a:ext uri="{FF2B5EF4-FFF2-40B4-BE49-F238E27FC236}">
                  <a16:creationId xmlns:a16="http://schemas.microsoft.com/office/drawing/2014/main" id="{67B5135D-ABB3-86BC-D55B-E83407772E11}"/>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1" name="Rectangle 10">
              <a:extLst>
                <a:ext uri="{FF2B5EF4-FFF2-40B4-BE49-F238E27FC236}">
                  <a16:creationId xmlns:a16="http://schemas.microsoft.com/office/drawing/2014/main" id="{661D78E6-2FE5-EAB1-0DCB-5C2A3B279930}"/>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2" name="Rectangle 11">
              <a:extLst>
                <a:ext uri="{FF2B5EF4-FFF2-40B4-BE49-F238E27FC236}">
                  <a16:creationId xmlns:a16="http://schemas.microsoft.com/office/drawing/2014/main" id="{5E4E8C0B-2D09-B673-5B66-38E16946CF9E}"/>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3" name="Rectangle 12">
              <a:extLst>
                <a:ext uri="{FF2B5EF4-FFF2-40B4-BE49-F238E27FC236}">
                  <a16:creationId xmlns:a16="http://schemas.microsoft.com/office/drawing/2014/main" id="{5F36892A-C2CD-2057-0286-7DFCF4561E02}"/>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8D66C278-2DE9-5430-464C-D046A5C0C6B6}"/>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2" name="updated logo" descr="Logo&#10;&#10;Description automatically generated">
            <a:extLst>
              <a:ext uri="{FF2B5EF4-FFF2-40B4-BE49-F238E27FC236}">
                <a16:creationId xmlns:a16="http://schemas.microsoft.com/office/drawing/2014/main" id="{7A503BAE-8DE9-801E-E591-0D9A9AF1FED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5" name="Footer Placeholder 10">
            <a:extLst>
              <a:ext uri="{FF2B5EF4-FFF2-40B4-BE49-F238E27FC236}">
                <a16:creationId xmlns:a16="http://schemas.microsoft.com/office/drawing/2014/main" id="{9244EF5B-C303-EC5A-303A-9A87854C4082}"/>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Tree>
    <p:extLst>
      <p:ext uri="{BB962C8B-B14F-4D97-AF65-F5344CB8AC3E}">
        <p14:creationId xmlns:p14="http://schemas.microsoft.com/office/powerpoint/2010/main" val="37006220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Photo 2/3 Lef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193922-250C-D740-A91E-0F1BF41B61A8}"/>
              </a:ext>
            </a:extLst>
          </p:cNvPr>
          <p:cNvSpPr/>
          <p:nvPr userDrawn="1"/>
        </p:nvSpPr>
        <p:spPr>
          <a:xfrm>
            <a:off x="-1" y="0"/>
            <a:ext cx="810995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19" name="Picture Placeholder 3">
            <a:extLst>
              <a:ext uri="{FF2B5EF4-FFF2-40B4-BE49-F238E27FC236}">
                <a16:creationId xmlns:a16="http://schemas.microsoft.com/office/drawing/2014/main" id="{A2524182-F3AA-A449-A811-1F42DD3BE45E}"/>
              </a:ext>
            </a:extLst>
          </p:cNvPr>
          <p:cNvSpPr>
            <a:spLocks noGrp="1"/>
          </p:cNvSpPr>
          <p:nvPr>
            <p:ph type="pic" sz="quarter" idx="15" hasCustomPrompt="1"/>
          </p:nvPr>
        </p:nvSpPr>
        <p:spPr bwMode="ltGray">
          <a:xfrm>
            <a:off x="0" y="91440"/>
            <a:ext cx="8109958" cy="6766559"/>
          </a:xfrm>
          <a:prstGeom prst="rect">
            <a:avLst/>
          </a:prstGeom>
          <a:noFill/>
        </p:spPr>
        <p:txBody>
          <a:bodyPr lIns="274320" tIns="274320" rIns="274320" bIns="274320"/>
          <a:lstStyle>
            <a:lvl1pPr algn="ctr">
              <a:buNone/>
              <a:defRPr sz="1800"/>
            </a:lvl1pPr>
          </a:lstStyle>
          <a:p>
            <a:r>
              <a:rPr lang="en-US"/>
              <a:t>Click icon below to insert a photo</a:t>
            </a:r>
          </a:p>
        </p:txBody>
      </p:sp>
      <p:grpSp>
        <p:nvGrpSpPr>
          <p:cNvPr id="10" name="Group 9">
            <a:extLst>
              <a:ext uri="{FF2B5EF4-FFF2-40B4-BE49-F238E27FC236}">
                <a16:creationId xmlns:a16="http://schemas.microsoft.com/office/drawing/2014/main" id="{2FECD923-F5D4-7C6E-BCD0-CC7DE63508A2}"/>
              </a:ext>
            </a:extLst>
          </p:cNvPr>
          <p:cNvGrpSpPr/>
          <p:nvPr userDrawn="1"/>
        </p:nvGrpSpPr>
        <p:grpSpPr>
          <a:xfrm>
            <a:off x="0" y="0"/>
            <a:ext cx="12192000" cy="94488"/>
            <a:chOff x="4107" y="7202786"/>
            <a:chExt cx="12187893" cy="317500"/>
          </a:xfrm>
        </p:grpSpPr>
        <p:sp>
          <p:nvSpPr>
            <p:cNvPr id="12" name="Rectangle 11">
              <a:extLst>
                <a:ext uri="{FF2B5EF4-FFF2-40B4-BE49-F238E27FC236}">
                  <a16:creationId xmlns:a16="http://schemas.microsoft.com/office/drawing/2014/main" id="{ED5B6E44-BD25-ED51-E3F1-DA32BD396953}"/>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3" name="Rectangle 12">
              <a:extLst>
                <a:ext uri="{FF2B5EF4-FFF2-40B4-BE49-F238E27FC236}">
                  <a16:creationId xmlns:a16="http://schemas.microsoft.com/office/drawing/2014/main" id="{35611BBD-E722-2729-C0CD-78E012747FBE}"/>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A3A65801-7B51-D2DE-E426-421BE019C846}"/>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5" name="Rectangle 14">
              <a:extLst>
                <a:ext uri="{FF2B5EF4-FFF2-40B4-BE49-F238E27FC236}">
                  <a16:creationId xmlns:a16="http://schemas.microsoft.com/office/drawing/2014/main" id="{C8A268C6-4F69-FAE7-5354-E3D1C94553A4}"/>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6" name="Rectangle 15">
              <a:extLst>
                <a:ext uri="{FF2B5EF4-FFF2-40B4-BE49-F238E27FC236}">
                  <a16:creationId xmlns:a16="http://schemas.microsoft.com/office/drawing/2014/main" id="{7811295F-8C81-DB0C-C0AB-89C229DBB6A3}"/>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pic>
        <p:nvPicPr>
          <p:cNvPr id="2" name="updated logo" descr="Logo&#10;&#10;Description automatically generated">
            <a:extLst>
              <a:ext uri="{FF2B5EF4-FFF2-40B4-BE49-F238E27FC236}">
                <a16:creationId xmlns:a16="http://schemas.microsoft.com/office/drawing/2014/main" id="{409041AF-E73F-5E6F-C196-F1C01D1C5F5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3" name="TextBox 2">
            <a:extLst>
              <a:ext uri="{FF2B5EF4-FFF2-40B4-BE49-F238E27FC236}">
                <a16:creationId xmlns:a16="http://schemas.microsoft.com/office/drawing/2014/main" id="{9B3A675C-326C-9BA8-6856-D84242AEBFD0}"/>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tx1"/>
                </a:solidFill>
                <a:latin typeface="+mn-lt"/>
                <a:cs typeface="Arial" panose="020B0604020202020204" pitchFamily="34" charset="0"/>
              </a:rPr>
              <a:t>©</a:t>
            </a:r>
            <a:r>
              <a:rPr lang="en-US" sz="750" kern="100" cap="all" spc="20" baseline="0">
                <a:solidFill>
                  <a:schemeClr val="tx1"/>
                </a:solidFill>
                <a:latin typeface="+mn-lt"/>
                <a:cs typeface="Arial" panose="020B0604020202020204" pitchFamily="34" charset="0"/>
              </a:rPr>
              <a:t>2026 F5</a:t>
            </a:r>
          </a:p>
        </p:txBody>
      </p:sp>
      <p:sp>
        <p:nvSpPr>
          <p:cNvPr id="4" name="TextBox 3">
            <a:extLst>
              <a:ext uri="{FF2B5EF4-FFF2-40B4-BE49-F238E27FC236}">
                <a16:creationId xmlns:a16="http://schemas.microsoft.com/office/drawing/2014/main" id="{FC87E0B2-D53D-C206-7691-7EFA56F8C9FC}"/>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tx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tx1"/>
              </a:solidFill>
              <a:latin typeface="+mj-lt"/>
              <a:cs typeface="Arial" panose="020B0604020202020204" pitchFamily="34" charset="0"/>
            </a:endParaRPr>
          </a:p>
        </p:txBody>
      </p:sp>
      <p:sp>
        <p:nvSpPr>
          <p:cNvPr id="5" name="Footer Placeholder 10">
            <a:extLst>
              <a:ext uri="{FF2B5EF4-FFF2-40B4-BE49-F238E27FC236}">
                <a16:creationId xmlns:a16="http://schemas.microsoft.com/office/drawing/2014/main" id="{4E882711-C266-7B20-75C6-296C6D74088E}"/>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graphicFrame>
        <p:nvGraphicFramePr>
          <p:cNvPr id="8" name="Table 7">
            <a:extLst>
              <a:ext uri="{FF2B5EF4-FFF2-40B4-BE49-F238E27FC236}">
                <a16:creationId xmlns:a16="http://schemas.microsoft.com/office/drawing/2014/main" id="{DA0749EE-1F72-BEF1-0B29-FA9D3FC43B82}"/>
              </a:ext>
            </a:extLst>
          </p:cNvPr>
          <p:cNvGraphicFramePr>
            <a:graphicFrameLocks noGrp="1"/>
          </p:cNvGraphicFramePr>
          <p:nvPr userDrawn="1">
            <p:extLst>
              <p:ext uri="{D42A27DB-BD31-4B8C-83A1-F6EECF244321}">
                <p14:modId xmlns:p14="http://schemas.microsoft.com/office/powerpoint/2010/main" val="2664106273"/>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9" name="Table 8">
            <a:extLst>
              <a:ext uri="{FF2B5EF4-FFF2-40B4-BE49-F238E27FC236}">
                <a16:creationId xmlns:a16="http://schemas.microsoft.com/office/drawing/2014/main" id="{0D953749-BD20-73B7-970B-264992A32DA7}"/>
              </a:ext>
            </a:extLst>
          </p:cNvPr>
          <p:cNvGraphicFramePr>
            <a:graphicFrameLocks noGrp="1"/>
          </p:cNvGraphicFramePr>
          <p:nvPr userDrawn="1">
            <p:extLst>
              <p:ext uri="{D42A27DB-BD31-4B8C-83A1-F6EECF244321}">
                <p14:modId xmlns:p14="http://schemas.microsoft.com/office/powerpoint/2010/main" val="1881116106"/>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37226067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id">
    <p:bg>
      <p:bgPr>
        <a:solidFill>
          <a:schemeClr val="bg1"/>
        </a:solidFill>
        <a:effectLst/>
      </p:bgPr>
    </p:bg>
    <p:spTree>
      <p:nvGrpSpPr>
        <p:cNvPr id="1" name=""/>
        <p:cNvGrpSpPr/>
        <p:nvPr/>
      </p:nvGrpSpPr>
      <p:grpSpPr>
        <a:xfrm>
          <a:off x="0" y="0"/>
          <a:ext cx="0" cy="0"/>
          <a:chOff x="0" y="0"/>
          <a:chExt cx="0" cy="0"/>
        </a:xfrm>
      </p:grpSpPr>
      <p:sp>
        <p:nvSpPr>
          <p:cNvPr id="5" name="Footer Placeholder 10">
            <a:extLst>
              <a:ext uri="{FF2B5EF4-FFF2-40B4-BE49-F238E27FC236}">
                <a16:creationId xmlns:a16="http://schemas.microsoft.com/office/drawing/2014/main" id="{520C8DD4-C9AF-6960-6894-F11A174FF300}"/>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p>
        </p:txBody>
      </p:sp>
      <p:sp>
        <p:nvSpPr>
          <p:cNvPr id="2" name="Rectangle 1">
            <a:extLst>
              <a:ext uri="{FF2B5EF4-FFF2-40B4-BE49-F238E27FC236}">
                <a16:creationId xmlns:a16="http://schemas.microsoft.com/office/drawing/2014/main" id="{500CA2B1-43F3-4E5A-8642-E7EF9DF675DC}"/>
              </a:ext>
            </a:extLst>
          </p:cNvPr>
          <p:cNvSpPr/>
          <p:nvPr userDrawn="1"/>
        </p:nvSpPr>
        <p:spPr>
          <a:xfrm>
            <a:off x="0" y="0"/>
            <a:ext cx="12192000" cy="233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kern="100" err="1">
              <a:solidFill>
                <a:schemeClr val="bg1"/>
              </a:solidFill>
              <a:latin typeface="+mj-lt"/>
            </a:endParaRPr>
          </a:p>
        </p:txBody>
      </p:sp>
      <p:sp>
        <p:nvSpPr>
          <p:cNvPr id="12" name="Rectangle 11">
            <a:extLst>
              <a:ext uri="{FF2B5EF4-FFF2-40B4-BE49-F238E27FC236}">
                <a16:creationId xmlns:a16="http://schemas.microsoft.com/office/drawing/2014/main" id="{A989772A-5773-574A-B6F8-FE6EE18F52EE}"/>
              </a:ext>
            </a:extLst>
          </p:cNvPr>
          <p:cNvSpPr/>
          <p:nvPr userDrawn="1"/>
        </p:nvSpPr>
        <p:spPr>
          <a:xfrm>
            <a:off x="0" y="0"/>
            <a:ext cx="12188952" cy="4572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91C8EB-2EC7-7348-A790-C3B94928DB0F}"/>
              </a:ext>
            </a:extLst>
          </p:cNvPr>
          <p:cNvSpPr/>
          <p:nvPr userDrawn="1"/>
        </p:nvSpPr>
        <p:spPr>
          <a:xfrm>
            <a:off x="0" y="6286500"/>
            <a:ext cx="12192000" cy="5715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9DCA21-A80E-C740-8D95-E40B577291A6}"/>
              </a:ext>
            </a:extLst>
          </p:cNvPr>
          <p:cNvSpPr/>
          <p:nvPr userDrawn="1"/>
        </p:nvSpPr>
        <p:spPr>
          <a:xfrm rot="5400000">
            <a:off x="-3200400" y="3200400"/>
            <a:ext cx="6858000" cy="4572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72B2B15-B649-C945-8F45-B73BCE1D96D3}"/>
              </a:ext>
            </a:extLst>
          </p:cNvPr>
          <p:cNvSpPr/>
          <p:nvPr userDrawn="1"/>
        </p:nvSpPr>
        <p:spPr>
          <a:xfrm rot="5400000">
            <a:off x="8534400" y="3200400"/>
            <a:ext cx="6858000" cy="4572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2BD637-13E9-E14F-B2BA-CCCBD0753859}"/>
              </a:ext>
            </a:extLst>
          </p:cNvPr>
          <p:cNvSpPr/>
          <p:nvPr userDrawn="1"/>
        </p:nvSpPr>
        <p:spPr>
          <a:xfrm>
            <a:off x="-687" y="1512321"/>
            <a:ext cx="12188952" cy="4572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504699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1"/>
        </a:solidFill>
        <a:effectLst/>
      </p:bgPr>
    </p:bg>
    <p:spTree>
      <p:nvGrpSpPr>
        <p:cNvPr id="1" name=""/>
        <p:cNvGrpSpPr/>
        <p:nvPr/>
      </p:nvGrpSpPr>
      <p:grpSpPr>
        <a:xfrm>
          <a:off x="0" y="0"/>
          <a:ext cx="0" cy="0"/>
          <a:chOff x="0" y="0"/>
          <a:chExt cx="0" cy="0"/>
        </a:xfrm>
      </p:grpSpPr>
      <p:grpSp>
        <p:nvGrpSpPr>
          <p:cNvPr id="3" name="Group 22">
            <a:extLst>
              <a:ext uri="{FF2B5EF4-FFF2-40B4-BE49-F238E27FC236}">
                <a16:creationId xmlns:a16="http://schemas.microsoft.com/office/drawing/2014/main" id="{94B560FD-3AA9-CEA0-5ED3-C5FFFCDCB0C9}"/>
              </a:ext>
            </a:extLst>
          </p:cNvPr>
          <p:cNvGrpSpPr>
            <a:grpSpLocks noChangeAspect="1"/>
          </p:cNvGrpSpPr>
          <p:nvPr userDrawn="1"/>
        </p:nvGrpSpPr>
        <p:grpSpPr bwMode="auto">
          <a:xfrm>
            <a:off x="4868424" y="2102144"/>
            <a:ext cx="2433289" cy="2433289"/>
            <a:chOff x="5266" y="0"/>
            <a:chExt cx="733" cy="733"/>
          </a:xfrm>
        </p:grpSpPr>
        <p:sp>
          <p:nvSpPr>
            <p:cNvPr id="4" name="Freeform 23">
              <a:extLst>
                <a:ext uri="{FF2B5EF4-FFF2-40B4-BE49-F238E27FC236}">
                  <a16:creationId xmlns:a16="http://schemas.microsoft.com/office/drawing/2014/main" id="{E4AFD52F-B7D1-A290-DCB0-923011AD1B7D}"/>
                </a:ext>
              </a:extLst>
            </p:cNvPr>
            <p:cNvSpPr>
              <a:spLocks/>
            </p:cNvSpPr>
            <p:nvPr userDrawn="1"/>
          </p:nvSpPr>
          <p:spPr bwMode="auto">
            <a:xfrm>
              <a:off x="5266" y="0"/>
              <a:ext cx="733" cy="733"/>
            </a:xfrm>
            <a:custGeom>
              <a:avLst/>
              <a:gdLst>
                <a:gd name="T0" fmla="*/ 4176 w 4576"/>
                <a:gd name="T1" fmla="*/ 996 h 4576"/>
                <a:gd name="T2" fmla="*/ 4065 w 4576"/>
                <a:gd name="T3" fmla="*/ 848 h 4576"/>
                <a:gd name="T4" fmla="*/ 4065 w 4576"/>
                <a:gd name="T5" fmla="*/ 848 h 4576"/>
                <a:gd name="T6" fmla="*/ 2288 w 4576"/>
                <a:gd name="T7" fmla="*/ 0 h 4576"/>
                <a:gd name="T8" fmla="*/ 0 w 4576"/>
                <a:gd name="T9" fmla="*/ 2288 h 4576"/>
                <a:gd name="T10" fmla="*/ 445 w 4576"/>
                <a:gd name="T11" fmla="*/ 3644 h 4576"/>
                <a:gd name="T12" fmla="*/ 445 w 4576"/>
                <a:gd name="T13" fmla="*/ 3644 h 4576"/>
                <a:gd name="T14" fmla="*/ 583 w 4576"/>
                <a:gd name="T15" fmla="*/ 3814 h 4576"/>
                <a:gd name="T16" fmla="*/ 583 w 4576"/>
                <a:gd name="T17" fmla="*/ 3814 h 4576"/>
                <a:gd name="T18" fmla="*/ 2288 w 4576"/>
                <a:gd name="T19" fmla="*/ 4576 h 4576"/>
                <a:gd name="T20" fmla="*/ 4576 w 4576"/>
                <a:gd name="T21" fmla="*/ 2288 h 4576"/>
                <a:gd name="T22" fmla="*/ 4176 w 4576"/>
                <a:gd name="T23"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76" h="4576">
                  <a:moveTo>
                    <a:pt x="4176" y="996"/>
                  </a:moveTo>
                  <a:cubicBezTo>
                    <a:pt x="4141" y="945"/>
                    <a:pt x="4104" y="895"/>
                    <a:pt x="4065" y="848"/>
                  </a:cubicBezTo>
                  <a:cubicBezTo>
                    <a:pt x="4065" y="848"/>
                    <a:pt x="4065" y="848"/>
                    <a:pt x="4065" y="848"/>
                  </a:cubicBezTo>
                  <a:cubicBezTo>
                    <a:pt x="3646" y="330"/>
                    <a:pt x="3006" y="0"/>
                    <a:pt x="2288" y="0"/>
                  </a:cubicBezTo>
                  <a:cubicBezTo>
                    <a:pt x="1024" y="0"/>
                    <a:pt x="0" y="1024"/>
                    <a:pt x="0" y="2288"/>
                  </a:cubicBezTo>
                  <a:cubicBezTo>
                    <a:pt x="0" y="2796"/>
                    <a:pt x="165" y="3264"/>
                    <a:pt x="445" y="3644"/>
                  </a:cubicBezTo>
                  <a:cubicBezTo>
                    <a:pt x="445" y="3644"/>
                    <a:pt x="445" y="3644"/>
                    <a:pt x="445" y="3644"/>
                  </a:cubicBezTo>
                  <a:cubicBezTo>
                    <a:pt x="488" y="3703"/>
                    <a:pt x="534" y="3759"/>
                    <a:pt x="583" y="3814"/>
                  </a:cubicBezTo>
                  <a:cubicBezTo>
                    <a:pt x="583" y="3814"/>
                    <a:pt x="583" y="381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24">
              <a:extLst>
                <a:ext uri="{FF2B5EF4-FFF2-40B4-BE49-F238E27FC236}">
                  <a16:creationId xmlns:a16="http://schemas.microsoft.com/office/drawing/2014/main" id="{8242F7D6-BFBA-1540-A7E6-0A5FB949D764}"/>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25">
              <a:extLst>
                <a:ext uri="{FF2B5EF4-FFF2-40B4-BE49-F238E27FC236}">
                  <a16:creationId xmlns:a16="http://schemas.microsoft.com/office/drawing/2014/main" id="{16E0D9B8-ED44-D90C-9E22-7B6D0CB20BD0}"/>
                </a:ext>
              </a:extLst>
            </p:cNvPr>
            <p:cNvSpPr>
              <a:spLocks noEditPoints="1"/>
            </p:cNvSpPr>
            <p:nvPr userDrawn="1"/>
          </p:nvSpPr>
          <p:spPr bwMode="auto">
            <a:xfrm>
              <a:off x="5911" y="645"/>
              <a:ext cx="55" cy="55"/>
            </a:xfrm>
            <a:custGeom>
              <a:avLst/>
              <a:gdLst>
                <a:gd name="T0" fmla="*/ 277 w 345"/>
                <a:gd name="T1" fmla="*/ 68 h 345"/>
                <a:gd name="T2" fmla="*/ 320 w 345"/>
                <a:gd name="T3" fmla="*/ 172 h 345"/>
                <a:gd name="T4" fmla="*/ 277 w 345"/>
                <a:gd name="T5" fmla="*/ 278 h 345"/>
                <a:gd name="T6" fmla="*/ 172 w 345"/>
                <a:gd name="T7" fmla="*/ 322 h 345"/>
                <a:gd name="T8" fmla="*/ 67 w 345"/>
                <a:gd name="T9" fmla="*/ 278 h 345"/>
                <a:gd name="T10" fmla="*/ 24 w 345"/>
                <a:gd name="T11" fmla="*/ 172 h 345"/>
                <a:gd name="T12" fmla="*/ 67 w 345"/>
                <a:gd name="T13" fmla="*/ 68 h 345"/>
                <a:gd name="T14" fmla="*/ 172 w 345"/>
                <a:gd name="T15" fmla="*/ 23 h 345"/>
                <a:gd name="T16" fmla="*/ 277 w 345"/>
                <a:gd name="T17" fmla="*/ 68 h 345"/>
                <a:gd name="T18" fmla="*/ 295 w 345"/>
                <a:gd name="T19" fmla="*/ 50 h 345"/>
                <a:gd name="T20" fmla="*/ 172 w 345"/>
                <a:gd name="T21" fmla="*/ 0 h 345"/>
                <a:gd name="T22" fmla="*/ 51 w 345"/>
                <a:gd name="T23" fmla="*/ 50 h 345"/>
                <a:gd name="T24" fmla="*/ 0 w 345"/>
                <a:gd name="T25" fmla="*/ 172 h 345"/>
                <a:gd name="T26" fmla="*/ 50 w 345"/>
                <a:gd name="T27" fmla="*/ 295 h 345"/>
                <a:gd name="T28" fmla="*/ 172 w 345"/>
                <a:gd name="T29" fmla="*/ 345 h 345"/>
                <a:gd name="T30" fmla="*/ 295 w 345"/>
                <a:gd name="T31" fmla="*/ 295 h 345"/>
                <a:gd name="T32" fmla="*/ 345 w 345"/>
                <a:gd name="T33" fmla="*/ 172 h 345"/>
                <a:gd name="T34" fmla="*/ 295 w 345"/>
                <a:gd name="T35" fmla="*/ 50 h 345"/>
                <a:gd name="T36" fmla="*/ 198 w 345"/>
                <a:gd name="T37" fmla="*/ 164 h 345"/>
                <a:gd name="T38" fmla="*/ 166 w 345"/>
                <a:gd name="T39" fmla="*/ 168 h 345"/>
                <a:gd name="T40" fmla="*/ 136 w 345"/>
                <a:gd name="T41" fmla="*/ 168 h 345"/>
                <a:gd name="T42" fmla="*/ 136 w 345"/>
                <a:gd name="T43" fmla="*/ 100 h 345"/>
                <a:gd name="T44" fmla="*/ 164 w 345"/>
                <a:gd name="T45" fmla="*/ 100 h 345"/>
                <a:gd name="T46" fmla="*/ 205 w 345"/>
                <a:gd name="T47" fmla="*/ 107 h 345"/>
                <a:gd name="T48" fmla="*/ 217 w 345"/>
                <a:gd name="T49" fmla="*/ 134 h 345"/>
                <a:gd name="T50" fmla="*/ 198 w 345"/>
                <a:gd name="T51" fmla="*/ 164 h 345"/>
                <a:gd name="T52" fmla="*/ 103 w 345"/>
                <a:gd name="T53" fmla="*/ 266 h 345"/>
                <a:gd name="T54" fmla="*/ 136 w 345"/>
                <a:gd name="T55" fmla="*/ 266 h 345"/>
                <a:gd name="T56" fmla="*/ 136 w 345"/>
                <a:gd name="T57" fmla="*/ 192 h 345"/>
                <a:gd name="T58" fmla="*/ 162 w 345"/>
                <a:gd name="T59" fmla="*/ 192 h 345"/>
                <a:gd name="T60" fmla="*/ 200 w 345"/>
                <a:gd name="T61" fmla="*/ 198 h 345"/>
                <a:gd name="T62" fmla="*/ 217 w 345"/>
                <a:gd name="T63" fmla="*/ 241 h 345"/>
                <a:gd name="T64" fmla="*/ 217 w 345"/>
                <a:gd name="T65" fmla="*/ 256 h 345"/>
                <a:gd name="T66" fmla="*/ 218 w 345"/>
                <a:gd name="T67" fmla="*/ 262 h 345"/>
                <a:gd name="T68" fmla="*/ 218 w 345"/>
                <a:gd name="T69" fmla="*/ 265 h 345"/>
                <a:gd name="T70" fmla="*/ 219 w 345"/>
                <a:gd name="T71" fmla="*/ 266 h 345"/>
                <a:gd name="T72" fmla="*/ 250 w 345"/>
                <a:gd name="T73" fmla="*/ 266 h 345"/>
                <a:gd name="T74" fmla="*/ 249 w 345"/>
                <a:gd name="T75" fmla="*/ 264 h 345"/>
                <a:gd name="T76" fmla="*/ 247 w 345"/>
                <a:gd name="T77" fmla="*/ 254 h 345"/>
                <a:gd name="T78" fmla="*/ 247 w 345"/>
                <a:gd name="T79" fmla="*/ 240 h 345"/>
                <a:gd name="T80" fmla="*/ 247 w 345"/>
                <a:gd name="T81" fmla="*/ 226 h 345"/>
                <a:gd name="T82" fmla="*/ 237 w 345"/>
                <a:gd name="T83" fmla="*/ 197 h 345"/>
                <a:gd name="T84" fmla="*/ 204 w 345"/>
                <a:gd name="T85" fmla="*/ 178 h 345"/>
                <a:gd name="T86" fmla="*/ 231 w 345"/>
                <a:gd name="T87" fmla="*/ 169 h 345"/>
                <a:gd name="T88" fmla="*/ 250 w 345"/>
                <a:gd name="T89" fmla="*/ 132 h 345"/>
                <a:gd name="T90" fmla="*/ 220 w 345"/>
                <a:gd name="T91" fmla="*/ 84 h 345"/>
                <a:gd name="T92" fmla="*/ 169 w 345"/>
                <a:gd name="T93" fmla="*/ 77 h 345"/>
                <a:gd name="T94" fmla="*/ 103 w 345"/>
                <a:gd name="T95" fmla="*/ 77 h 345"/>
                <a:gd name="T96" fmla="*/ 103 w 345"/>
                <a:gd name="T97" fmla="*/ 266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5" h="345">
                  <a:moveTo>
                    <a:pt x="277" y="68"/>
                  </a:moveTo>
                  <a:cubicBezTo>
                    <a:pt x="306" y="96"/>
                    <a:pt x="320" y="131"/>
                    <a:pt x="320" y="172"/>
                  </a:cubicBezTo>
                  <a:cubicBezTo>
                    <a:pt x="320" y="213"/>
                    <a:pt x="306" y="249"/>
                    <a:pt x="277" y="278"/>
                  </a:cubicBezTo>
                  <a:cubicBezTo>
                    <a:pt x="248" y="307"/>
                    <a:pt x="213" y="322"/>
                    <a:pt x="172" y="322"/>
                  </a:cubicBezTo>
                  <a:cubicBezTo>
                    <a:pt x="131" y="322"/>
                    <a:pt x="96" y="307"/>
                    <a:pt x="67" y="278"/>
                  </a:cubicBezTo>
                  <a:cubicBezTo>
                    <a:pt x="38" y="249"/>
                    <a:pt x="24" y="213"/>
                    <a:pt x="24" y="172"/>
                  </a:cubicBezTo>
                  <a:cubicBezTo>
                    <a:pt x="24" y="131"/>
                    <a:pt x="38" y="96"/>
                    <a:pt x="67" y="68"/>
                  </a:cubicBezTo>
                  <a:cubicBezTo>
                    <a:pt x="96" y="38"/>
                    <a:pt x="131" y="23"/>
                    <a:pt x="172" y="23"/>
                  </a:cubicBezTo>
                  <a:cubicBezTo>
                    <a:pt x="213" y="23"/>
                    <a:pt x="248" y="38"/>
                    <a:pt x="277" y="68"/>
                  </a:cubicBezTo>
                  <a:close/>
                  <a:moveTo>
                    <a:pt x="295" y="50"/>
                  </a:moveTo>
                  <a:cubicBezTo>
                    <a:pt x="261" y="17"/>
                    <a:pt x="220" y="0"/>
                    <a:pt x="172" y="0"/>
                  </a:cubicBezTo>
                  <a:cubicBezTo>
                    <a:pt x="125" y="0"/>
                    <a:pt x="84" y="17"/>
                    <a:pt x="51" y="50"/>
                  </a:cubicBezTo>
                  <a:cubicBezTo>
                    <a:pt x="17" y="84"/>
                    <a:pt x="0" y="125"/>
                    <a:pt x="0" y="172"/>
                  </a:cubicBezTo>
                  <a:cubicBezTo>
                    <a:pt x="0" y="220"/>
                    <a:pt x="17" y="261"/>
                    <a:pt x="50" y="295"/>
                  </a:cubicBezTo>
                  <a:cubicBezTo>
                    <a:pt x="83" y="329"/>
                    <a:pt x="124" y="345"/>
                    <a:pt x="172" y="345"/>
                  </a:cubicBezTo>
                  <a:cubicBezTo>
                    <a:pt x="220" y="345"/>
                    <a:pt x="261" y="329"/>
                    <a:pt x="295" y="295"/>
                  </a:cubicBezTo>
                  <a:cubicBezTo>
                    <a:pt x="328" y="261"/>
                    <a:pt x="345" y="220"/>
                    <a:pt x="345" y="172"/>
                  </a:cubicBezTo>
                  <a:cubicBezTo>
                    <a:pt x="345" y="124"/>
                    <a:pt x="328" y="84"/>
                    <a:pt x="295" y="50"/>
                  </a:cubicBezTo>
                  <a:close/>
                  <a:moveTo>
                    <a:pt x="198" y="164"/>
                  </a:moveTo>
                  <a:cubicBezTo>
                    <a:pt x="191" y="167"/>
                    <a:pt x="180" y="168"/>
                    <a:pt x="166" y="168"/>
                  </a:cubicBezTo>
                  <a:cubicBezTo>
                    <a:pt x="136" y="168"/>
                    <a:pt x="136" y="168"/>
                    <a:pt x="136" y="168"/>
                  </a:cubicBezTo>
                  <a:cubicBezTo>
                    <a:pt x="136" y="100"/>
                    <a:pt x="136" y="100"/>
                    <a:pt x="136" y="100"/>
                  </a:cubicBezTo>
                  <a:cubicBezTo>
                    <a:pt x="164" y="100"/>
                    <a:pt x="164" y="100"/>
                    <a:pt x="164" y="100"/>
                  </a:cubicBezTo>
                  <a:cubicBezTo>
                    <a:pt x="183" y="100"/>
                    <a:pt x="196" y="102"/>
                    <a:pt x="205" y="107"/>
                  </a:cubicBezTo>
                  <a:cubicBezTo>
                    <a:pt x="213" y="112"/>
                    <a:pt x="217" y="121"/>
                    <a:pt x="217" y="134"/>
                  </a:cubicBezTo>
                  <a:cubicBezTo>
                    <a:pt x="217" y="149"/>
                    <a:pt x="211" y="159"/>
                    <a:pt x="198" y="164"/>
                  </a:cubicBezTo>
                  <a:close/>
                  <a:moveTo>
                    <a:pt x="103" y="266"/>
                  </a:moveTo>
                  <a:cubicBezTo>
                    <a:pt x="136" y="266"/>
                    <a:pt x="136" y="266"/>
                    <a:pt x="136" y="266"/>
                  </a:cubicBezTo>
                  <a:cubicBezTo>
                    <a:pt x="136" y="192"/>
                    <a:pt x="136" y="192"/>
                    <a:pt x="136" y="192"/>
                  </a:cubicBezTo>
                  <a:cubicBezTo>
                    <a:pt x="162" y="192"/>
                    <a:pt x="162" y="192"/>
                    <a:pt x="162" y="192"/>
                  </a:cubicBezTo>
                  <a:cubicBezTo>
                    <a:pt x="180" y="192"/>
                    <a:pt x="192" y="193"/>
                    <a:pt x="200" y="198"/>
                  </a:cubicBezTo>
                  <a:cubicBezTo>
                    <a:pt x="211" y="205"/>
                    <a:pt x="217" y="219"/>
                    <a:pt x="217" y="241"/>
                  </a:cubicBezTo>
                  <a:cubicBezTo>
                    <a:pt x="217" y="256"/>
                    <a:pt x="217" y="256"/>
                    <a:pt x="217" y="256"/>
                  </a:cubicBezTo>
                  <a:cubicBezTo>
                    <a:pt x="218" y="262"/>
                    <a:pt x="218" y="262"/>
                    <a:pt x="218" y="262"/>
                  </a:cubicBezTo>
                  <a:cubicBezTo>
                    <a:pt x="218" y="263"/>
                    <a:pt x="218" y="264"/>
                    <a:pt x="218" y="265"/>
                  </a:cubicBezTo>
                  <a:cubicBezTo>
                    <a:pt x="219" y="265"/>
                    <a:pt x="219" y="266"/>
                    <a:pt x="219" y="266"/>
                  </a:cubicBezTo>
                  <a:cubicBezTo>
                    <a:pt x="250" y="266"/>
                    <a:pt x="250" y="266"/>
                    <a:pt x="250" y="266"/>
                  </a:cubicBezTo>
                  <a:cubicBezTo>
                    <a:pt x="249" y="264"/>
                    <a:pt x="249" y="264"/>
                    <a:pt x="249" y="264"/>
                  </a:cubicBezTo>
                  <a:cubicBezTo>
                    <a:pt x="248" y="263"/>
                    <a:pt x="248" y="259"/>
                    <a:pt x="247" y="254"/>
                  </a:cubicBezTo>
                  <a:cubicBezTo>
                    <a:pt x="247" y="249"/>
                    <a:pt x="247" y="244"/>
                    <a:pt x="247" y="240"/>
                  </a:cubicBezTo>
                  <a:cubicBezTo>
                    <a:pt x="247" y="226"/>
                    <a:pt x="247" y="226"/>
                    <a:pt x="247" y="226"/>
                  </a:cubicBezTo>
                  <a:cubicBezTo>
                    <a:pt x="247" y="217"/>
                    <a:pt x="244" y="207"/>
                    <a:pt x="237" y="197"/>
                  </a:cubicBezTo>
                  <a:cubicBezTo>
                    <a:pt x="230" y="187"/>
                    <a:pt x="219" y="181"/>
                    <a:pt x="204" y="178"/>
                  </a:cubicBezTo>
                  <a:cubicBezTo>
                    <a:pt x="216" y="176"/>
                    <a:pt x="225" y="173"/>
                    <a:pt x="231" y="169"/>
                  </a:cubicBezTo>
                  <a:cubicBezTo>
                    <a:pt x="244" y="161"/>
                    <a:pt x="250" y="148"/>
                    <a:pt x="250" y="132"/>
                  </a:cubicBezTo>
                  <a:cubicBezTo>
                    <a:pt x="250" y="108"/>
                    <a:pt x="240" y="92"/>
                    <a:pt x="220" y="84"/>
                  </a:cubicBezTo>
                  <a:cubicBezTo>
                    <a:pt x="210" y="79"/>
                    <a:pt x="192" y="77"/>
                    <a:pt x="169" y="77"/>
                  </a:cubicBezTo>
                  <a:cubicBezTo>
                    <a:pt x="103" y="77"/>
                    <a:pt x="103" y="77"/>
                    <a:pt x="103" y="77"/>
                  </a:cubicBezTo>
                  <a:lnTo>
                    <a:pt x="103" y="266"/>
                  </a:lnTo>
                  <a:close/>
                </a:path>
              </a:pathLst>
            </a:custGeom>
            <a:solidFill>
              <a:srgbClr val="E400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26">
              <a:extLst>
                <a:ext uri="{FF2B5EF4-FFF2-40B4-BE49-F238E27FC236}">
                  <a16:creationId xmlns:a16="http://schemas.microsoft.com/office/drawing/2014/main" id="{2C0DA241-F1E3-A3AA-0BAD-26788C823E47}"/>
                </a:ext>
              </a:extLst>
            </p:cNvPr>
            <p:cNvSpPr>
              <a:spLocks/>
            </p:cNvSpPr>
            <p:nvPr userDrawn="1"/>
          </p:nvSpPr>
          <p:spPr bwMode="auto">
            <a:xfrm>
              <a:off x="5266" y="0"/>
              <a:ext cx="733" cy="733"/>
            </a:xfrm>
            <a:custGeom>
              <a:avLst/>
              <a:gdLst>
                <a:gd name="T0" fmla="*/ 4176 w 4576"/>
                <a:gd name="T1" fmla="*/ 996 h 4576"/>
                <a:gd name="T2" fmla="*/ 4106 w 4576"/>
                <a:gd name="T3" fmla="*/ 1355 h 4576"/>
                <a:gd name="T4" fmla="*/ 2907 w 4576"/>
                <a:gd name="T5" fmla="*/ 1262 h 4576"/>
                <a:gd name="T6" fmla="*/ 2797 w 4576"/>
                <a:gd name="T7" fmla="*/ 1612 h 4576"/>
                <a:gd name="T8" fmla="*/ 4141 w 4576"/>
                <a:gd name="T9" fmla="*/ 2094 h 4576"/>
                <a:gd name="T10" fmla="*/ 4386 w 4576"/>
                <a:gd name="T11" fmla="*/ 2839 h 4576"/>
                <a:gd name="T12" fmla="*/ 3944 w 4576"/>
                <a:gd name="T13" fmla="*/ 3672 h 4576"/>
                <a:gd name="T14" fmla="*/ 3173 w 4576"/>
                <a:gd name="T15" fmla="*/ 3966 h 4576"/>
                <a:gd name="T16" fmla="*/ 2263 w 4576"/>
                <a:gd name="T17" fmla="*/ 3848 h 4576"/>
                <a:gd name="T18" fmla="*/ 2082 w 4576"/>
                <a:gd name="T19" fmla="*/ 3429 h 4576"/>
                <a:gd name="T20" fmla="*/ 2101 w 4576"/>
                <a:gd name="T21" fmla="*/ 3327 h 4576"/>
                <a:gd name="T22" fmla="*/ 2301 w 4576"/>
                <a:gd name="T23" fmla="*/ 3133 h 4576"/>
                <a:gd name="T24" fmla="*/ 2390 w 4576"/>
                <a:gd name="T25" fmla="*/ 3119 h 4576"/>
                <a:gd name="T26" fmla="*/ 2659 w 4576"/>
                <a:gd name="T27" fmla="*/ 3526 h 4576"/>
                <a:gd name="T28" fmla="*/ 3240 w 4576"/>
                <a:gd name="T29" fmla="*/ 3784 h 4576"/>
                <a:gd name="T30" fmla="*/ 3753 w 4576"/>
                <a:gd name="T31" fmla="*/ 3318 h 4576"/>
                <a:gd name="T32" fmla="*/ 2217 w 4576"/>
                <a:gd name="T33" fmla="*/ 2488 h 4576"/>
                <a:gd name="T34" fmla="*/ 2812 w 4576"/>
                <a:gd name="T35" fmla="*/ 701 h 4576"/>
                <a:gd name="T36" fmla="*/ 3564 w 4576"/>
                <a:gd name="T37" fmla="*/ 766 h 4576"/>
                <a:gd name="T38" fmla="*/ 4065 w 4576"/>
                <a:gd name="T39" fmla="*/ 848 h 4576"/>
                <a:gd name="T40" fmla="*/ 2288 w 4576"/>
                <a:gd name="T41" fmla="*/ 0 h 4576"/>
                <a:gd name="T42" fmla="*/ 0 w 4576"/>
                <a:gd name="T43" fmla="*/ 2288 h 4576"/>
                <a:gd name="T44" fmla="*/ 445 w 4576"/>
                <a:gd name="T45" fmla="*/ 3644 h 4576"/>
                <a:gd name="T46" fmla="*/ 616 w 4576"/>
                <a:gd name="T47" fmla="*/ 3581 h 4576"/>
                <a:gd name="T48" fmla="*/ 610 w 4576"/>
                <a:gd name="T49" fmla="*/ 3402 h 4576"/>
                <a:gd name="T50" fmla="*/ 565 w 4576"/>
                <a:gd name="T51" fmla="*/ 1982 h 4576"/>
                <a:gd name="T52" fmla="*/ 245 w 4576"/>
                <a:gd name="T53" fmla="*/ 1998 h 4576"/>
                <a:gd name="T54" fmla="*/ 261 w 4576"/>
                <a:gd name="T55" fmla="*/ 1735 h 4576"/>
                <a:gd name="T56" fmla="*/ 579 w 4576"/>
                <a:gd name="T57" fmla="*/ 1707 h 4576"/>
                <a:gd name="T58" fmla="*/ 596 w 4576"/>
                <a:gd name="T59" fmla="*/ 1479 h 4576"/>
                <a:gd name="T60" fmla="*/ 1542 w 4576"/>
                <a:gd name="T61" fmla="*/ 623 h 4576"/>
                <a:gd name="T62" fmla="*/ 1920 w 4576"/>
                <a:gd name="T63" fmla="*/ 561 h 4576"/>
                <a:gd name="T64" fmla="*/ 2018 w 4576"/>
                <a:gd name="T65" fmla="*/ 558 h 4576"/>
                <a:gd name="T66" fmla="*/ 2242 w 4576"/>
                <a:gd name="T67" fmla="*/ 603 h 4576"/>
                <a:gd name="T68" fmla="*/ 2508 w 4576"/>
                <a:gd name="T69" fmla="*/ 807 h 4576"/>
                <a:gd name="T70" fmla="*/ 2505 w 4576"/>
                <a:gd name="T71" fmla="*/ 873 h 4576"/>
                <a:gd name="T72" fmla="*/ 2379 w 4576"/>
                <a:gd name="T73" fmla="*/ 1020 h 4576"/>
                <a:gd name="T74" fmla="*/ 2278 w 4576"/>
                <a:gd name="T75" fmla="*/ 1033 h 4576"/>
                <a:gd name="T76" fmla="*/ 2065 w 4576"/>
                <a:gd name="T77" fmla="*/ 927 h 4576"/>
                <a:gd name="T78" fmla="*/ 1657 w 4576"/>
                <a:gd name="T79" fmla="*/ 818 h 4576"/>
                <a:gd name="T80" fmla="*/ 1466 w 4576"/>
                <a:gd name="T81" fmla="*/ 1048 h 4576"/>
                <a:gd name="T82" fmla="*/ 1438 w 4576"/>
                <a:gd name="T83" fmla="*/ 1664 h 4576"/>
                <a:gd name="T84" fmla="*/ 2218 w 4576"/>
                <a:gd name="T85" fmla="*/ 1651 h 4576"/>
                <a:gd name="T86" fmla="*/ 2218 w 4576"/>
                <a:gd name="T87" fmla="*/ 1831 h 4576"/>
                <a:gd name="T88" fmla="*/ 1959 w 4576"/>
                <a:gd name="T89" fmla="*/ 1950 h 4576"/>
                <a:gd name="T90" fmla="*/ 1431 w 4576"/>
                <a:gd name="T91" fmla="*/ 1957 h 4576"/>
                <a:gd name="T92" fmla="*/ 1454 w 4576"/>
                <a:gd name="T93" fmla="*/ 3469 h 4576"/>
                <a:gd name="T94" fmla="*/ 1482 w 4576"/>
                <a:gd name="T95" fmla="*/ 3663 h 4576"/>
                <a:gd name="T96" fmla="*/ 1961 w 4576"/>
                <a:gd name="T97" fmla="*/ 3789 h 4576"/>
                <a:gd name="T98" fmla="*/ 1965 w 4576"/>
                <a:gd name="T99" fmla="*/ 3947 h 4576"/>
                <a:gd name="T100" fmla="*/ 583 w 4576"/>
                <a:gd name="T101" fmla="*/ 3814 h 4576"/>
                <a:gd name="T102" fmla="*/ 2288 w 4576"/>
                <a:gd name="T103" fmla="*/ 4576 h 4576"/>
                <a:gd name="T104" fmla="*/ 4576 w 4576"/>
                <a:gd name="T105" fmla="*/ 2288 h 4576"/>
                <a:gd name="T106" fmla="*/ 4176 w 4576"/>
                <a:gd name="T107" fmla="*/ 996 h 4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76" h="4576">
                  <a:moveTo>
                    <a:pt x="4176" y="996"/>
                  </a:moveTo>
                  <a:cubicBezTo>
                    <a:pt x="4148" y="1112"/>
                    <a:pt x="4134" y="1232"/>
                    <a:pt x="4106" y="1355"/>
                  </a:cubicBezTo>
                  <a:cubicBezTo>
                    <a:pt x="3763" y="1310"/>
                    <a:pt x="3360" y="1278"/>
                    <a:pt x="2907" y="1262"/>
                  </a:cubicBezTo>
                  <a:cubicBezTo>
                    <a:pt x="2871" y="1377"/>
                    <a:pt x="2836" y="1489"/>
                    <a:pt x="2797" y="1612"/>
                  </a:cubicBezTo>
                  <a:cubicBezTo>
                    <a:pt x="3555" y="1659"/>
                    <a:pt x="3923" y="1858"/>
                    <a:pt x="4141" y="2094"/>
                  </a:cubicBezTo>
                  <a:cubicBezTo>
                    <a:pt x="4354" y="2332"/>
                    <a:pt x="4399" y="2594"/>
                    <a:pt x="4386" y="2839"/>
                  </a:cubicBezTo>
                  <a:cubicBezTo>
                    <a:pt x="4359" y="3235"/>
                    <a:pt x="4184" y="3486"/>
                    <a:pt x="3944" y="3672"/>
                  </a:cubicBezTo>
                  <a:cubicBezTo>
                    <a:pt x="3702" y="3855"/>
                    <a:pt x="3408" y="3946"/>
                    <a:pt x="3173" y="3966"/>
                  </a:cubicBezTo>
                  <a:cubicBezTo>
                    <a:pt x="2826" y="3991"/>
                    <a:pt x="2362" y="3909"/>
                    <a:pt x="2263" y="3848"/>
                  </a:cubicBezTo>
                  <a:cubicBezTo>
                    <a:pt x="2204" y="3713"/>
                    <a:pt x="2145" y="3577"/>
                    <a:pt x="2082" y="3429"/>
                  </a:cubicBezTo>
                  <a:cubicBezTo>
                    <a:pt x="2067" y="3397"/>
                    <a:pt x="2057" y="3365"/>
                    <a:pt x="2101" y="3327"/>
                  </a:cubicBezTo>
                  <a:cubicBezTo>
                    <a:pt x="2168" y="3262"/>
                    <a:pt x="2233" y="3200"/>
                    <a:pt x="2301" y="3133"/>
                  </a:cubicBezTo>
                  <a:cubicBezTo>
                    <a:pt x="2332" y="3104"/>
                    <a:pt x="2365" y="3076"/>
                    <a:pt x="2390" y="3119"/>
                  </a:cubicBezTo>
                  <a:cubicBezTo>
                    <a:pt x="2484" y="3262"/>
                    <a:pt x="2571" y="3394"/>
                    <a:pt x="2659" y="3526"/>
                  </a:cubicBezTo>
                  <a:cubicBezTo>
                    <a:pt x="2758" y="3673"/>
                    <a:pt x="2910" y="3806"/>
                    <a:pt x="3240" y="3784"/>
                  </a:cubicBezTo>
                  <a:cubicBezTo>
                    <a:pt x="3519" y="3759"/>
                    <a:pt x="3730" y="3549"/>
                    <a:pt x="3753" y="3318"/>
                  </a:cubicBezTo>
                  <a:cubicBezTo>
                    <a:pt x="3777" y="2889"/>
                    <a:pt x="3344" y="2585"/>
                    <a:pt x="2217" y="2488"/>
                  </a:cubicBezTo>
                  <a:cubicBezTo>
                    <a:pt x="2433" y="1835"/>
                    <a:pt x="2644" y="1203"/>
                    <a:pt x="2812" y="701"/>
                  </a:cubicBezTo>
                  <a:cubicBezTo>
                    <a:pt x="3080" y="713"/>
                    <a:pt x="3328" y="735"/>
                    <a:pt x="3564" y="766"/>
                  </a:cubicBezTo>
                  <a:cubicBezTo>
                    <a:pt x="3740" y="788"/>
                    <a:pt x="3902" y="829"/>
                    <a:pt x="4065" y="848"/>
                  </a:cubicBezTo>
                  <a:cubicBezTo>
                    <a:pt x="3646" y="330"/>
                    <a:pt x="3006" y="0"/>
                    <a:pt x="2288" y="0"/>
                  </a:cubicBezTo>
                  <a:cubicBezTo>
                    <a:pt x="1024" y="0"/>
                    <a:pt x="0" y="1024"/>
                    <a:pt x="0" y="2288"/>
                  </a:cubicBezTo>
                  <a:cubicBezTo>
                    <a:pt x="0" y="2796"/>
                    <a:pt x="165" y="3264"/>
                    <a:pt x="445" y="3644"/>
                  </a:cubicBezTo>
                  <a:cubicBezTo>
                    <a:pt x="542" y="3645"/>
                    <a:pt x="609" y="3623"/>
                    <a:pt x="616" y="3581"/>
                  </a:cubicBezTo>
                  <a:cubicBezTo>
                    <a:pt x="625" y="3538"/>
                    <a:pt x="618" y="3470"/>
                    <a:pt x="610" y="3402"/>
                  </a:cubicBezTo>
                  <a:cubicBezTo>
                    <a:pt x="564" y="2953"/>
                    <a:pt x="548" y="2468"/>
                    <a:pt x="565" y="1982"/>
                  </a:cubicBezTo>
                  <a:cubicBezTo>
                    <a:pt x="449" y="1987"/>
                    <a:pt x="345" y="1992"/>
                    <a:pt x="245" y="1998"/>
                  </a:cubicBezTo>
                  <a:cubicBezTo>
                    <a:pt x="249" y="1908"/>
                    <a:pt x="254" y="1823"/>
                    <a:pt x="261" y="1735"/>
                  </a:cubicBezTo>
                  <a:cubicBezTo>
                    <a:pt x="360" y="1725"/>
                    <a:pt x="465" y="1717"/>
                    <a:pt x="579" y="1707"/>
                  </a:cubicBezTo>
                  <a:cubicBezTo>
                    <a:pt x="584" y="1630"/>
                    <a:pt x="590" y="1555"/>
                    <a:pt x="596" y="1479"/>
                  </a:cubicBezTo>
                  <a:cubicBezTo>
                    <a:pt x="648" y="1016"/>
                    <a:pt x="1136" y="732"/>
                    <a:pt x="1542" y="623"/>
                  </a:cubicBezTo>
                  <a:cubicBezTo>
                    <a:pt x="1723" y="579"/>
                    <a:pt x="1833" y="565"/>
                    <a:pt x="1920" y="561"/>
                  </a:cubicBezTo>
                  <a:cubicBezTo>
                    <a:pt x="1951" y="560"/>
                    <a:pt x="1985" y="558"/>
                    <a:pt x="2018" y="558"/>
                  </a:cubicBezTo>
                  <a:cubicBezTo>
                    <a:pt x="2102" y="558"/>
                    <a:pt x="2188" y="566"/>
                    <a:pt x="2242" y="603"/>
                  </a:cubicBezTo>
                  <a:cubicBezTo>
                    <a:pt x="2330" y="669"/>
                    <a:pt x="2416" y="734"/>
                    <a:pt x="2508" y="807"/>
                  </a:cubicBezTo>
                  <a:cubicBezTo>
                    <a:pt x="2518" y="819"/>
                    <a:pt x="2528" y="839"/>
                    <a:pt x="2505" y="873"/>
                  </a:cubicBezTo>
                  <a:cubicBezTo>
                    <a:pt x="2463" y="922"/>
                    <a:pt x="2422" y="969"/>
                    <a:pt x="2379" y="1020"/>
                  </a:cubicBezTo>
                  <a:cubicBezTo>
                    <a:pt x="2354" y="1050"/>
                    <a:pt x="2313" y="1042"/>
                    <a:pt x="2278" y="1033"/>
                  </a:cubicBezTo>
                  <a:cubicBezTo>
                    <a:pt x="2206" y="996"/>
                    <a:pt x="2136" y="962"/>
                    <a:pt x="2065" y="927"/>
                  </a:cubicBezTo>
                  <a:cubicBezTo>
                    <a:pt x="1937" y="870"/>
                    <a:pt x="1804" y="812"/>
                    <a:pt x="1657" y="818"/>
                  </a:cubicBezTo>
                  <a:cubicBezTo>
                    <a:pt x="1565" y="825"/>
                    <a:pt x="1475" y="919"/>
                    <a:pt x="1466" y="1048"/>
                  </a:cubicBezTo>
                  <a:cubicBezTo>
                    <a:pt x="1453" y="1244"/>
                    <a:pt x="1445" y="1446"/>
                    <a:pt x="1438" y="1664"/>
                  </a:cubicBezTo>
                  <a:cubicBezTo>
                    <a:pt x="1694" y="1656"/>
                    <a:pt x="1949" y="1652"/>
                    <a:pt x="2218" y="1651"/>
                  </a:cubicBezTo>
                  <a:cubicBezTo>
                    <a:pt x="2218" y="1712"/>
                    <a:pt x="2218" y="1768"/>
                    <a:pt x="2218" y="1831"/>
                  </a:cubicBezTo>
                  <a:cubicBezTo>
                    <a:pt x="2130" y="1870"/>
                    <a:pt x="2047" y="1910"/>
                    <a:pt x="1959" y="1950"/>
                  </a:cubicBezTo>
                  <a:cubicBezTo>
                    <a:pt x="1778" y="1952"/>
                    <a:pt x="1605" y="1954"/>
                    <a:pt x="1431" y="1957"/>
                  </a:cubicBezTo>
                  <a:cubicBezTo>
                    <a:pt x="1423" y="2475"/>
                    <a:pt x="1430" y="2992"/>
                    <a:pt x="1454" y="3469"/>
                  </a:cubicBezTo>
                  <a:cubicBezTo>
                    <a:pt x="1458" y="3541"/>
                    <a:pt x="1462" y="3614"/>
                    <a:pt x="1482" y="3663"/>
                  </a:cubicBezTo>
                  <a:cubicBezTo>
                    <a:pt x="1507" y="3725"/>
                    <a:pt x="1650" y="3772"/>
                    <a:pt x="1961" y="3789"/>
                  </a:cubicBezTo>
                  <a:cubicBezTo>
                    <a:pt x="1962" y="3844"/>
                    <a:pt x="1964" y="3895"/>
                    <a:pt x="1965" y="3947"/>
                  </a:cubicBezTo>
                  <a:cubicBezTo>
                    <a:pt x="1459" y="3932"/>
                    <a:pt x="973" y="3884"/>
                    <a:pt x="583" y="3814"/>
                  </a:cubicBezTo>
                  <a:cubicBezTo>
                    <a:pt x="1002" y="4282"/>
                    <a:pt x="1611" y="4576"/>
                    <a:pt x="2288" y="4576"/>
                  </a:cubicBezTo>
                  <a:cubicBezTo>
                    <a:pt x="3552" y="4576"/>
                    <a:pt x="4576" y="3552"/>
                    <a:pt x="4576" y="2288"/>
                  </a:cubicBezTo>
                  <a:cubicBezTo>
                    <a:pt x="4576" y="1809"/>
                    <a:pt x="4428" y="1364"/>
                    <a:pt x="4176" y="996"/>
                  </a:cubicBezTo>
                  <a:close/>
                </a:path>
              </a:pathLst>
            </a:custGeom>
            <a:solidFill>
              <a:srgbClr val="E400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7">
              <a:extLst>
                <a:ext uri="{FF2B5EF4-FFF2-40B4-BE49-F238E27FC236}">
                  <a16:creationId xmlns:a16="http://schemas.microsoft.com/office/drawing/2014/main" id="{37DA5001-C688-9E9B-26FA-8EA95DD1C307}"/>
                </a:ext>
              </a:extLst>
            </p:cNvPr>
            <p:cNvSpPr>
              <a:spLocks/>
            </p:cNvSpPr>
            <p:nvPr userDrawn="1"/>
          </p:nvSpPr>
          <p:spPr bwMode="auto">
            <a:xfrm>
              <a:off x="5360" y="611"/>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solidFill>
              <a:srgbClr val="E3173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 name="Group 1">
            <a:extLst>
              <a:ext uri="{FF2B5EF4-FFF2-40B4-BE49-F238E27FC236}">
                <a16:creationId xmlns:a16="http://schemas.microsoft.com/office/drawing/2014/main" id="{8507F766-A8EE-E4D7-BD50-94C42DD3B5DD}"/>
              </a:ext>
            </a:extLst>
          </p:cNvPr>
          <p:cNvGrpSpPr/>
          <p:nvPr userDrawn="1"/>
        </p:nvGrpSpPr>
        <p:grpSpPr>
          <a:xfrm>
            <a:off x="0" y="6763512"/>
            <a:ext cx="12192000" cy="94488"/>
            <a:chOff x="4107" y="7202786"/>
            <a:chExt cx="12187893" cy="317500"/>
          </a:xfrm>
        </p:grpSpPr>
        <p:sp>
          <p:nvSpPr>
            <p:cNvPr id="10" name="Rectangle 9">
              <a:extLst>
                <a:ext uri="{FF2B5EF4-FFF2-40B4-BE49-F238E27FC236}">
                  <a16:creationId xmlns:a16="http://schemas.microsoft.com/office/drawing/2014/main" id="{12B8C6AA-CBBB-E009-1D7F-14B317421A9E}"/>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1" name="Rectangle 10">
              <a:extLst>
                <a:ext uri="{FF2B5EF4-FFF2-40B4-BE49-F238E27FC236}">
                  <a16:creationId xmlns:a16="http://schemas.microsoft.com/office/drawing/2014/main" id="{AFB5345B-5CF7-C3AC-2D96-19C06B444FA3}"/>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2" name="Rectangle 11">
              <a:extLst>
                <a:ext uri="{FF2B5EF4-FFF2-40B4-BE49-F238E27FC236}">
                  <a16:creationId xmlns:a16="http://schemas.microsoft.com/office/drawing/2014/main" id="{38FAB7F8-510A-8E18-5E95-BD19E5064E73}"/>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3" name="Rectangle 12">
              <a:extLst>
                <a:ext uri="{FF2B5EF4-FFF2-40B4-BE49-F238E27FC236}">
                  <a16:creationId xmlns:a16="http://schemas.microsoft.com/office/drawing/2014/main" id="{65BC56F0-8C74-A979-7574-2A49BE7B861D}"/>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14" name="Rectangle 13">
              <a:extLst>
                <a:ext uri="{FF2B5EF4-FFF2-40B4-BE49-F238E27FC236}">
                  <a16:creationId xmlns:a16="http://schemas.microsoft.com/office/drawing/2014/main" id="{EFD7FB9D-EC5E-9E0D-B885-CC2551692DE1}"/>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Tree>
    <p:extLst>
      <p:ext uri="{BB962C8B-B14F-4D97-AF65-F5344CB8AC3E}">
        <p14:creationId xmlns:p14="http://schemas.microsoft.com/office/powerpoint/2010/main" val="3716581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9411D-BC96-4E78-BA86-AE555DEC231E}"/>
              </a:ext>
            </a:extLst>
          </p:cNvPr>
          <p:cNvSpPr>
            <a:spLocks noGrp="1"/>
          </p:cNvSpPr>
          <p:nvPr>
            <p:ph type="title"/>
          </p:nvPr>
        </p:nvSpPr>
        <p:spPr bwMode="gray">
          <a:xfrm>
            <a:off x="457200" y="457200"/>
            <a:ext cx="11274552" cy="753995"/>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BE37C78E-8007-4F21-9F40-137DE0E5301D}"/>
              </a:ext>
            </a:extLst>
          </p:cNvPr>
          <p:cNvSpPr>
            <a:spLocks noGrp="1"/>
          </p:cNvSpPr>
          <p:nvPr>
            <p:ph type="body" idx="1"/>
          </p:nvPr>
        </p:nvSpPr>
        <p:spPr>
          <a:xfrm>
            <a:off x="457200" y="1968499"/>
            <a:ext cx="11274552" cy="4311651"/>
          </a:xfrm>
          <a:prstGeom prst="rect">
            <a:avLst/>
          </a:prstGeom>
        </p:spPr>
        <p:txBody>
          <a:bodyPr vert="horz" lIns="0" tIns="0" rIns="0" bIns="0" rtlCol="0">
            <a:noAutofit/>
          </a:bodyPr>
          <a:lstStyle/>
          <a:p>
            <a:pPr lvl="0"/>
            <a:r>
              <a:rPr lang="en-US"/>
              <a:t>Click to edit Master text styles</a:t>
            </a:r>
          </a:p>
          <a:p>
            <a:pPr lvl="1"/>
            <a:r>
              <a:rPr lang="en-US"/>
              <a:t>First level</a:t>
            </a:r>
          </a:p>
          <a:p>
            <a:pPr lvl="2"/>
            <a:r>
              <a:rPr lang="en-US"/>
              <a:t>Second level</a:t>
            </a:r>
          </a:p>
          <a:p>
            <a:pPr lvl="3"/>
            <a:r>
              <a:rPr lang="en-US"/>
              <a:t>Third level</a:t>
            </a:r>
          </a:p>
        </p:txBody>
      </p:sp>
      <p:grpSp>
        <p:nvGrpSpPr>
          <p:cNvPr id="9" name="Group 8">
            <a:extLst>
              <a:ext uri="{FF2B5EF4-FFF2-40B4-BE49-F238E27FC236}">
                <a16:creationId xmlns:a16="http://schemas.microsoft.com/office/drawing/2014/main" id="{FB132A78-A325-047D-E8A8-FFFB5F164142}"/>
              </a:ext>
            </a:extLst>
          </p:cNvPr>
          <p:cNvGrpSpPr/>
          <p:nvPr userDrawn="1"/>
        </p:nvGrpSpPr>
        <p:grpSpPr>
          <a:xfrm>
            <a:off x="0" y="0"/>
            <a:ext cx="12192000" cy="94488"/>
            <a:chOff x="4107" y="7202786"/>
            <a:chExt cx="12187893" cy="317500"/>
          </a:xfrm>
        </p:grpSpPr>
        <p:sp>
          <p:nvSpPr>
            <p:cNvPr id="24" name="Rectangle 23">
              <a:extLst>
                <a:ext uri="{FF2B5EF4-FFF2-40B4-BE49-F238E27FC236}">
                  <a16:creationId xmlns:a16="http://schemas.microsoft.com/office/drawing/2014/main" id="{101FEE3C-DBB0-E34B-D903-673FF8A108D2}"/>
                </a:ext>
              </a:extLst>
            </p:cNvPr>
            <p:cNvSpPr/>
            <p:nvPr userDrawn="1"/>
          </p:nvSpPr>
          <p:spPr>
            <a:xfrm>
              <a:off x="4107" y="7202786"/>
              <a:ext cx="1653243" cy="31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29" name="Rectangle 28">
              <a:extLst>
                <a:ext uri="{FF2B5EF4-FFF2-40B4-BE49-F238E27FC236}">
                  <a16:creationId xmlns:a16="http://schemas.microsoft.com/office/drawing/2014/main" id="{3CDC666B-D088-4101-EEC0-5AD7E5464B6C}"/>
                </a:ext>
              </a:extLst>
            </p:cNvPr>
            <p:cNvSpPr/>
            <p:nvPr userDrawn="1"/>
          </p:nvSpPr>
          <p:spPr>
            <a:xfrm>
              <a:off x="1657350" y="7202786"/>
              <a:ext cx="4440704" cy="317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52" name="Rectangle 51">
              <a:extLst>
                <a:ext uri="{FF2B5EF4-FFF2-40B4-BE49-F238E27FC236}">
                  <a16:creationId xmlns:a16="http://schemas.microsoft.com/office/drawing/2014/main" id="{56FBB995-BF48-E151-1CAA-B3582614FF1D}"/>
                </a:ext>
              </a:extLst>
            </p:cNvPr>
            <p:cNvSpPr/>
            <p:nvPr userDrawn="1"/>
          </p:nvSpPr>
          <p:spPr>
            <a:xfrm>
              <a:off x="6098053" y="7202786"/>
              <a:ext cx="2010896"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64" name="Rectangle 63">
              <a:extLst>
                <a:ext uri="{FF2B5EF4-FFF2-40B4-BE49-F238E27FC236}">
                  <a16:creationId xmlns:a16="http://schemas.microsoft.com/office/drawing/2014/main" id="{2A161532-7C72-6851-1467-80BC14AF442A}"/>
                </a:ext>
              </a:extLst>
            </p:cNvPr>
            <p:cNvSpPr/>
            <p:nvPr userDrawn="1"/>
          </p:nvSpPr>
          <p:spPr>
            <a:xfrm>
              <a:off x="8108950" y="7202786"/>
              <a:ext cx="2857500" cy="317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sp>
          <p:nvSpPr>
            <p:cNvPr id="65" name="Rectangle 64">
              <a:extLst>
                <a:ext uri="{FF2B5EF4-FFF2-40B4-BE49-F238E27FC236}">
                  <a16:creationId xmlns:a16="http://schemas.microsoft.com/office/drawing/2014/main" id="{D056492C-0C91-5332-0298-E76EEC3B6A26}"/>
                </a:ext>
              </a:extLst>
            </p:cNvPr>
            <p:cNvSpPr/>
            <p:nvPr userDrawn="1"/>
          </p:nvSpPr>
          <p:spPr>
            <a:xfrm>
              <a:off x="10966450" y="7202786"/>
              <a:ext cx="122555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90000"/>
                </a:lnSpc>
                <a:spcBef>
                  <a:spcPts val="200"/>
                </a:spcBef>
                <a:spcAft>
                  <a:spcPts val="200"/>
                </a:spcAft>
              </a:pPr>
              <a:endParaRPr lang="en-US" sz="1200" kern="100" err="1">
                <a:solidFill>
                  <a:schemeClr val="tx1"/>
                </a:solidFill>
                <a:latin typeface="+mn-lt"/>
              </a:endParaRPr>
            </a:p>
          </p:txBody>
        </p:sp>
      </p:grpSp>
      <p:sp>
        <p:nvSpPr>
          <p:cNvPr id="4" name="TextBox 3">
            <a:extLst>
              <a:ext uri="{FF2B5EF4-FFF2-40B4-BE49-F238E27FC236}">
                <a16:creationId xmlns:a16="http://schemas.microsoft.com/office/drawing/2014/main" id="{F93457C5-F2FA-C14D-DAD2-52605F92CAA1}"/>
              </a:ext>
            </a:extLst>
          </p:cNvPr>
          <p:cNvSpPr txBox="1"/>
          <p:nvPr userDrawn="1"/>
        </p:nvSpPr>
        <p:spPr>
          <a:xfrm>
            <a:off x="681166" y="6501327"/>
            <a:ext cx="729826" cy="100284"/>
          </a:xfrm>
          <a:prstGeom prst="rect">
            <a:avLst/>
          </a:prstGeom>
          <a:noFill/>
        </p:spPr>
        <p:txBody>
          <a:bodyPr wrap="square" lIns="0" tIns="0" rIns="0" bIns="0" rtlCol="0">
            <a:spAutoFit/>
          </a:bodyPr>
          <a:lstStyle/>
          <a:p>
            <a:pPr marL="0" lvl="4">
              <a:lnSpc>
                <a:spcPct val="85000"/>
              </a:lnSpc>
              <a:spcBef>
                <a:spcPts val="200"/>
              </a:spcBef>
              <a:spcAft>
                <a:spcPts val="400"/>
              </a:spcAft>
              <a:buClr>
                <a:schemeClr val="accent5"/>
              </a:buClr>
            </a:pPr>
            <a:r>
              <a:rPr lang="en-US" sz="750" kern="100" cap="all" spc="100" baseline="0">
                <a:solidFill>
                  <a:schemeClr val="tx1"/>
                </a:solidFill>
                <a:latin typeface="+mn-lt"/>
                <a:cs typeface="Arial" panose="020B0604020202020204" pitchFamily="34" charset="0"/>
              </a:rPr>
              <a:t>©</a:t>
            </a:r>
            <a:r>
              <a:rPr lang="en-US" sz="750" kern="100" cap="all" spc="20" baseline="0">
                <a:solidFill>
                  <a:schemeClr val="tx1"/>
                </a:solidFill>
                <a:latin typeface="+mn-lt"/>
                <a:cs typeface="Arial" panose="020B0604020202020204" pitchFamily="34" charset="0"/>
              </a:rPr>
              <a:t>2026 F5</a:t>
            </a:r>
          </a:p>
        </p:txBody>
      </p:sp>
      <p:sp>
        <p:nvSpPr>
          <p:cNvPr id="5" name="TextBox 4">
            <a:extLst>
              <a:ext uri="{FF2B5EF4-FFF2-40B4-BE49-F238E27FC236}">
                <a16:creationId xmlns:a16="http://schemas.microsoft.com/office/drawing/2014/main" id="{1E1375B4-4526-3BB8-8C7F-CF9D9F7A24C3}"/>
              </a:ext>
            </a:extLst>
          </p:cNvPr>
          <p:cNvSpPr txBox="1"/>
          <p:nvPr userDrawn="1"/>
        </p:nvSpPr>
        <p:spPr>
          <a:xfrm>
            <a:off x="6803" y="6501327"/>
            <a:ext cx="567250" cy="100284"/>
          </a:xfrm>
          <a:prstGeom prst="rect">
            <a:avLst/>
          </a:prstGeom>
          <a:noFill/>
        </p:spPr>
        <p:txBody>
          <a:bodyPr wrap="square" lIns="0" tIns="0" rIns="0" bIns="0" rtlCol="0">
            <a:spAutoFit/>
          </a:bodyPr>
          <a:lstStyle/>
          <a:p>
            <a:pPr marL="0" lvl="4" algn="r">
              <a:lnSpc>
                <a:spcPct val="85000"/>
              </a:lnSpc>
              <a:spcBef>
                <a:spcPts val="200"/>
              </a:spcBef>
              <a:spcAft>
                <a:spcPts val="400"/>
              </a:spcAft>
              <a:buClr>
                <a:schemeClr val="accent5"/>
              </a:buClr>
              <a:buFont typeface="Arial" panose="020B0604020202020204" pitchFamily="34" charset="0"/>
              <a:buChar char="​"/>
            </a:pPr>
            <a:fld id="{CB0320B6-2A61-43CE-9396-B5C4FB4B7D43}" type="slidenum">
              <a:rPr lang="en-US" sz="750" b="0" kern="100" cap="all" spc="50" smtClean="0">
                <a:solidFill>
                  <a:schemeClr val="tx1"/>
                </a:solidFill>
                <a:latin typeface="+mj-lt"/>
                <a:cs typeface="Arial" panose="020B0604020202020204" pitchFamily="34" charset="0"/>
              </a:rPr>
              <a:pPr marL="0" lvl="4" algn="r">
                <a:lnSpc>
                  <a:spcPct val="85000"/>
                </a:lnSpc>
                <a:spcBef>
                  <a:spcPts val="200"/>
                </a:spcBef>
                <a:spcAft>
                  <a:spcPts val="400"/>
                </a:spcAft>
                <a:buClr>
                  <a:schemeClr val="accent5"/>
                </a:buClr>
                <a:buFont typeface="Arial" panose="020B0604020202020204" pitchFamily="34" charset="0"/>
                <a:buChar char="​"/>
              </a:pPr>
              <a:t>‹#›</a:t>
            </a:fld>
            <a:endParaRPr lang="en-US" sz="750" b="0" kern="100" cap="all" spc="50">
              <a:solidFill>
                <a:schemeClr val="tx1"/>
              </a:solidFill>
              <a:latin typeface="+mj-lt"/>
              <a:cs typeface="Arial" panose="020B0604020202020204" pitchFamily="34" charset="0"/>
            </a:endParaRPr>
          </a:p>
        </p:txBody>
      </p:sp>
      <p:pic>
        <p:nvPicPr>
          <p:cNvPr id="6" name="updated logo" descr="Logo&#10;&#10;Description automatically generated">
            <a:extLst>
              <a:ext uri="{FF2B5EF4-FFF2-40B4-BE49-F238E27FC236}">
                <a16:creationId xmlns:a16="http://schemas.microsoft.com/office/drawing/2014/main" id="{37F754B5-F617-01FB-E4C5-CFE77D6E1325}"/>
              </a:ext>
            </a:extLst>
          </p:cNvPr>
          <p:cNvPicPr>
            <a:picLocks noChangeAspect="1"/>
          </p:cNvPicPr>
          <p:nvPr userDrawn="1"/>
        </p:nvPicPr>
        <p:blipFill>
          <a:blip r:embed="rId48" cstate="hqprint">
            <a:extLst>
              <a:ext uri="{28A0092B-C50C-407E-A947-70E740481C1C}">
                <a14:useLocalDpi xmlns:a14="http://schemas.microsoft.com/office/drawing/2010/main"/>
              </a:ext>
            </a:extLst>
          </a:blip>
          <a:stretch>
            <a:fillRect/>
          </a:stretch>
        </p:blipFill>
        <p:spPr>
          <a:xfrm>
            <a:off x="11486511" y="6431000"/>
            <a:ext cx="246824" cy="246888"/>
          </a:xfrm>
          <a:prstGeom prst="rect">
            <a:avLst/>
          </a:prstGeom>
        </p:spPr>
      </p:pic>
      <p:sp>
        <p:nvSpPr>
          <p:cNvPr id="10" name="Footer Placeholder 10">
            <a:extLst>
              <a:ext uri="{FF2B5EF4-FFF2-40B4-BE49-F238E27FC236}">
                <a16:creationId xmlns:a16="http://schemas.microsoft.com/office/drawing/2014/main" id="{B3F8F5BF-EC54-B37F-A4AF-470726CC7EF5}"/>
              </a:ext>
            </a:extLst>
          </p:cNvPr>
          <p:cNvSpPr>
            <a:spLocks noGrp="1"/>
          </p:cNvSpPr>
          <p:nvPr>
            <p:ph type="ftr" sz="quarter" idx="3"/>
          </p:nvPr>
        </p:nvSpPr>
        <p:spPr>
          <a:xfrm>
            <a:off x="1255574" y="6450475"/>
            <a:ext cx="2171134" cy="198631"/>
          </a:xfrm>
          <a:prstGeom prst="rect">
            <a:avLst/>
          </a:prstGeom>
        </p:spPr>
        <p:txBody>
          <a:bodyPr vert="horz" lIns="0" tIns="0" rIns="0" bIns="0" rtlCol="0" anchor="ctr"/>
          <a:lstStyle>
            <a:lvl1pPr marL="0" algn="l" defTabSz="914126" rtl="0" eaLnBrk="1" latinLnBrk="0" hangingPunct="1">
              <a:defRPr lang="en-US" sz="750" kern="1200" dirty="0">
                <a:solidFill>
                  <a:schemeClr val="tx1"/>
                </a:solidFill>
                <a:latin typeface="+mn-lt"/>
                <a:ea typeface="+mn-ea"/>
                <a:cs typeface="+mn-cs"/>
              </a:defRPr>
            </a:lvl1pPr>
            <a:lvl5pPr>
              <a:defRPr lang="en-US" sz="750" kern="100" cap="all" spc="0" baseline="0" dirty="0">
                <a:solidFill>
                  <a:schemeClr val="tx1"/>
                </a:solidFill>
                <a:latin typeface="+mn-lt"/>
                <a:ea typeface="+mn-ea"/>
                <a:cs typeface="Arial" panose="020B0604020202020204" pitchFamily="34" charset="0"/>
              </a:defRPr>
            </a:lvl5pPr>
          </a:lstStyle>
          <a:p>
            <a:pPr marL="0" lvl="4">
              <a:lnSpc>
                <a:spcPct val="85000"/>
              </a:lnSpc>
              <a:spcBef>
                <a:spcPts val="200"/>
              </a:spcBef>
              <a:spcAft>
                <a:spcPts val="400"/>
              </a:spcAft>
              <a:buClr>
                <a:schemeClr val="accent5"/>
              </a:buClr>
            </a:pPr>
            <a:endParaRPr lang="en-US">
              <a:solidFill>
                <a:schemeClr val="tx1"/>
              </a:solidFill>
            </a:endParaRPr>
          </a:p>
        </p:txBody>
      </p:sp>
      <p:graphicFrame>
        <p:nvGraphicFramePr>
          <p:cNvPr id="13" name="Table 12">
            <a:extLst>
              <a:ext uri="{FF2B5EF4-FFF2-40B4-BE49-F238E27FC236}">
                <a16:creationId xmlns:a16="http://schemas.microsoft.com/office/drawing/2014/main" id="{1C6B1E18-52A7-EE62-7ABD-46B8D6C627D7}"/>
              </a:ext>
            </a:extLst>
          </p:cNvPr>
          <p:cNvGraphicFramePr>
            <a:graphicFrameLocks noGrp="1"/>
          </p:cNvGraphicFramePr>
          <p:nvPr userDrawn="1">
            <p:extLst>
              <p:ext uri="{D42A27DB-BD31-4B8C-83A1-F6EECF244321}">
                <p14:modId xmlns:p14="http://schemas.microsoft.com/office/powerpoint/2010/main" val="1377809328"/>
              </p:ext>
            </p:extLst>
          </p:nvPr>
        </p:nvGraphicFramePr>
        <p:xfrm>
          <a:off x="12684596" y="0"/>
          <a:ext cx="1874520" cy="342900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2612666631"/>
                    </a:ext>
                  </a:extLst>
                </a:gridCol>
                <a:gridCol w="208280">
                  <a:extLst>
                    <a:ext uri="{9D8B030D-6E8A-4147-A177-3AD203B41FA5}">
                      <a16:colId xmlns:a16="http://schemas.microsoft.com/office/drawing/2014/main" val="632087406"/>
                    </a:ext>
                  </a:extLst>
                </a:gridCol>
                <a:gridCol w="208280">
                  <a:extLst>
                    <a:ext uri="{9D8B030D-6E8A-4147-A177-3AD203B41FA5}">
                      <a16:colId xmlns:a16="http://schemas.microsoft.com/office/drawing/2014/main" val="3768442156"/>
                    </a:ext>
                  </a:extLst>
                </a:gridCol>
                <a:gridCol w="208280">
                  <a:extLst>
                    <a:ext uri="{9D8B030D-6E8A-4147-A177-3AD203B41FA5}">
                      <a16:colId xmlns:a16="http://schemas.microsoft.com/office/drawing/2014/main" val="2575882035"/>
                    </a:ext>
                  </a:extLst>
                </a:gridCol>
                <a:gridCol w="208280">
                  <a:extLst>
                    <a:ext uri="{9D8B030D-6E8A-4147-A177-3AD203B41FA5}">
                      <a16:colId xmlns:a16="http://schemas.microsoft.com/office/drawing/2014/main" val="370281217"/>
                    </a:ext>
                  </a:extLst>
                </a:gridCol>
                <a:gridCol w="208280">
                  <a:extLst>
                    <a:ext uri="{9D8B030D-6E8A-4147-A177-3AD203B41FA5}">
                      <a16:colId xmlns:a16="http://schemas.microsoft.com/office/drawing/2014/main" val="2013162522"/>
                    </a:ext>
                  </a:extLst>
                </a:gridCol>
                <a:gridCol w="208280">
                  <a:extLst>
                    <a:ext uri="{9D8B030D-6E8A-4147-A177-3AD203B41FA5}">
                      <a16:colId xmlns:a16="http://schemas.microsoft.com/office/drawing/2014/main" val="455255686"/>
                    </a:ext>
                  </a:extLst>
                </a:gridCol>
                <a:gridCol w="208280">
                  <a:extLst>
                    <a:ext uri="{9D8B030D-6E8A-4147-A177-3AD203B41FA5}">
                      <a16:colId xmlns:a16="http://schemas.microsoft.com/office/drawing/2014/main" val="2310124471"/>
                    </a:ext>
                  </a:extLst>
                </a:gridCol>
                <a:gridCol w="208280">
                  <a:extLst>
                    <a:ext uri="{9D8B030D-6E8A-4147-A177-3AD203B41FA5}">
                      <a16:colId xmlns:a16="http://schemas.microsoft.com/office/drawing/2014/main" val="819505984"/>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9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59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918C"/>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636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3001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0007"/>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000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9000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E4C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3A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180"/>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C5C"/>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9671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3541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380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D2601"/>
                    </a:solidFill>
                  </a:tcPr>
                </a:tc>
                <a:extLst>
                  <a:ext uri="{0D108BD9-81ED-4DB2-BD59-A6C34878D82A}">
                    <a16:rowId xmlns:a16="http://schemas.microsoft.com/office/drawing/2014/main" val="3925042196"/>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1F2B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FE59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3D36B"/>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2BA5B"/>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D3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25F2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34709"/>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05"/>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F5F3"/>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6F0E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FDED3"/>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6C7BD"/>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4"/>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A76"/>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5250"/>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63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724"/>
                    </a:solidFill>
                  </a:tcPr>
                </a:tc>
                <a:extLst>
                  <a:ext uri="{0D108BD9-81ED-4DB2-BD59-A6C34878D82A}">
                    <a16:rowId xmlns:a16="http://schemas.microsoft.com/office/drawing/2014/main" val="4172713202"/>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DE4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DCE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DB8F5"/>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A1E0"/>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5B9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4278"/>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3155"/>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349"/>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B8D5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8FBAFF"/>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B9FFF"/>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A7DE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B8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216B"/>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174C"/>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41538"/>
                    </a:solidFill>
                  </a:tcPr>
                </a:tc>
                <a:extLst>
                  <a:ext uri="{0D108BD9-81ED-4DB2-BD59-A6C34878D82A}">
                    <a16:rowId xmlns:a16="http://schemas.microsoft.com/office/drawing/2014/main" val="830160430"/>
                  </a:ext>
                </a:extLst>
              </a:tr>
              <a:tr h="428625">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CC2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AB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B99FF"/>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177F3"/>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6E23A1"/>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3E1459"/>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2B0E3D"/>
                    </a:solidFill>
                  </a:tcPr>
                </a:tc>
                <a:tc>
                  <a:txBody>
                    <a:bodyPr/>
                    <a:lstStyle/>
                    <a:p>
                      <a:pPr marL="0" algn="l" defTabSz="914400" rtl="0" eaLnBrk="1" latinLnBrk="0" hangingPunct="1"/>
                      <a:endParaRPr lang="en-US" sz="1800" kern="1200" dirty="0">
                        <a:solidFill>
                          <a:schemeClr val="dk1"/>
                        </a:solidFill>
                        <a:latin typeface="+mn-lt"/>
                        <a:ea typeface="+mn-ea"/>
                        <a:cs typeface="+mn-cs"/>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1E0A2B"/>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C7E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A3E1"/>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79C4"/>
                    </a:solidFill>
                  </a:tcPr>
                </a:tc>
                <a:tc>
                  <a:txBody>
                    <a:bodyPr/>
                    <a:lstStyle/>
                    <a:p>
                      <a:endParaRPr lang="en-US" dirty="0"/>
                    </a:p>
                  </a:txBody>
                  <a:tcPr>
                    <a:lnL w="190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653AA"/>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B2782"/>
                    </a:solidFill>
                  </a:tcPr>
                </a:tc>
                <a:tc>
                  <a:txBody>
                    <a:bodyPr/>
                    <a:lstStyle/>
                    <a:p>
                      <a:endParaRPr lang="en-US" dirty="0"/>
                    </a:p>
                  </a:txBody>
                  <a:tcPr>
                    <a:lnL w="127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C1174"/>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730052"/>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59003E"/>
                    </a:solidFill>
                  </a:tcPr>
                </a:tc>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450030"/>
                    </a:solidFill>
                  </a:tcPr>
                </a:tc>
                <a:extLst>
                  <a:ext uri="{0D108BD9-81ED-4DB2-BD59-A6C34878D82A}">
                    <a16:rowId xmlns:a16="http://schemas.microsoft.com/office/drawing/2014/main" val="819148627"/>
                  </a:ext>
                </a:extLst>
              </a:tr>
            </a:tbl>
          </a:graphicData>
        </a:graphic>
      </p:graphicFrame>
      <p:graphicFrame>
        <p:nvGraphicFramePr>
          <p:cNvPr id="14" name="Table 13">
            <a:extLst>
              <a:ext uri="{FF2B5EF4-FFF2-40B4-BE49-F238E27FC236}">
                <a16:creationId xmlns:a16="http://schemas.microsoft.com/office/drawing/2014/main" id="{4BDB50FD-4257-6396-F99A-C14470C9D1E4}"/>
              </a:ext>
            </a:extLst>
          </p:cNvPr>
          <p:cNvGraphicFramePr>
            <a:graphicFrameLocks noGrp="1"/>
          </p:cNvGraphicFramePr>
          <p:nvPr userDrawn="1">
            <p:extLst>
              <p:ext uri="{D42A27DB-BD31-4B8C-83A1-F6EECF244321}">
                <p14:modId xmlns:p14="http://schemas.microsoft.com/office/powerpoint/2010/main" val="2726800798"/>
              </p:ext>
            </p:extLst>
          </p:nvPr>
        </p:nvGraphicFramePr>
        <p:xfrm>
          <a:off x="12323839" y="0"/>
          <a:ext cx="228918" cy="3429000"/>
        </p:xfrm>
        <a:graphic>
          <a:graphicData uri="http://schemas.openxmlformats.org/drawingml/2006/table">
            <a:tbl>
              <a:tblPr bandRow="1">
                <a:tableStyleId>{5C22544A-7EE6-4342-B048-85BDC9FD1C3A}</a:tableStyleId>
              </a:tblPr>
              <a:tblGrid>
                <a:gridCol w="228918">
                  <a:extLst>
                    <a:ext uri="{9D8B030D-6E8A-4147-A177-3AD203B41FA5}">
                      <a16:colId xmlns:a16="http://schemas.microsoft.com/office/drawing/2014/main" val="2591791161"/>
                    </a:ext>
                  </a:extLst>
                </a:gridCol>
              </a:tblGrid>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4002B"/>
                    </a:solidFill>
                  </a:tcPr>
                </a:tc>
                <a:extLst>
                  <a:ext uri="{0D108BD9-81ED-4DB2-BD59-A6C34878D82A}">
                    <a16:rowId xmlns:a16="http://schemas.microsoft.com/office/drawing/2014/main" val="340892298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9A36"/>
                    </a:solidFill>
                  </a:tcPr>
                </a:tc>
                <a:extLst>
                  <a:ext uri="{0D108BD9-81ED-4DB2-BD59-A6C34878D82A}">
                    <a16:rowId xmlns:a16="http://schemas.microsoft.com/office/drawing/2014/main" val="3925042196"/>
                  </a:ext>
                </a:extLst>
              </a:tr>
              <a:tr h="428625">
                <a:tc>
                  <a:txBody>
                    <a:bodyPr/>
                    <a:lstStyle/>
                    <a:p>
                      <a:endParaRPr lang="en-US"/>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639"/>
                    </a:solidFill>
                  </a:tcPr>
                </a:tc>
                <a:extLst>
                  <a:ext uri="{0D108BD9-81ED-4DB2-BD59-A6C34878D82A}">
                    <a16:rowId xmlns:a16="http://schemas.microsoft.com/office/drawing/2014/main" val="315344017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9C93"/>
                    </a:solidFill>
                  </a:tcPr>
                </a:tc>
                <a:extLst>
                  <a:ext uri="{0D108BD9-81ED-4DB2-BD59-A6C34878D82A}">
                    <a16:rowId xmlns:a16="http://schemas.microsoft.com/office/drawing/2014/main" val="408671831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2B0"/>
                    </a:solidFill>
                  </a:tcPr>
                </a:tc>
                <a:extLst>
                  <a:ext uri="{0D108BD9-81ED-4DB2-BD59-A6C34878D82A}">
                    <a16:rowId xmlns:a16="http://schemas.microsoft.com/office/drawing/2014/main" val="3816560618"/>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30160430"/>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0968925"/>
                  </a:ext>
                </a:extLst>
              </a:tr>
              <a:tr h="428625">
                <a:tc>
                  <a:txBody>
                    <a:bodyPr/>
                    <a:lstStyle/>
                    <a:p>
                      <a:endParaRPr lang="en-US" dirty="0"/>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AB2782"/>
                    </a:solidFill>
                  </a:tcPr>
                </a:tc>
                <a:extLst>
                  <a:ext uri="{0D108BD9-81ED-4DB2-BD59-A6C34878D82A}">
                    <a16:rowId xmlns:a16="http://schemas.microsoft.com/office/drawing/2014/main" val="912028544"/>
                  </a:ext>
                </a:extLst>
              </a:tr>
            </a:tbl>
          </a:graphicData>
        </a:graphic>
      </p:graphicFrame>
    </p:spTree>
    <p:extLst>
      <p:ext uri="{BB962C8B-B14F-4D97-AF65-F5344CB8AC3E}">
        <p14:creationId xmlns:p14="http://schemas.microsoft.com/office/powerpoint/2010/main" val="43652422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Lst>
  <p:hf sldNum="0" hdr="0" ftr="0" dt="0"/>
  <p:txStyles>
    <p:titleStyle>
      <a:lvl1pPr algn="l" defTabSz="914400" rtl="0" eaLnBrk="1" latinLnBrk="0" hangingPunct="1">
        <a:lnSpc>
          <a:spcPct val="85000"/>
        </a:lnSpc>
        <a:spcBef>
          <a:spcPct val="0"/>
        </a:spcBef>
        <a:buNone/>
        <a:defRPr sz="3200" b="1" kern="100" spc="-130" baseline="0">
          <a:solidFill>
            <a:schemeClr val="tx1"/>
          </a:solidFill>
          <a:latin typeface="+mj-lt"/>
          <a:ea typeface="+mj-ea"/>
          <a:cs typeface="+mj-cs"/>
        </a:defRPr>
      </a:lvl1pPr>
    </p:titleStyle>
    <p:bodyStyle>
      <a:lvl1pPr marL="0" indent="0" algn="l" defTabSz="914400" rtl="0" eaLnBrk="1" latinLnBrk="0" hangingPunct="1">
        <a:lnSpc>
          <a:spcPct val="114000"/>
        </a:lnSpc>
        <a:spcBef>
          <a:spcPts val="1200"/>
        </a:spcBef>
        <a:buFont typeface="Arial" panose="020B0604020202020204" pitchFamily="34" charset="0"/>
        <a:buNone/>
        <a:defRPr lang="en-US" sz="1600" kern="1200" spc="-20" dirty="0" smtClean="0">
          <a:solidFill>
            <a:schemeClr val="tx1"/>
          </a:solidFill>
          <a:latin typeface="+mn-lt"/>
          <a:ea typeface="+mn-ea"/>
          <a:cs typeface="Arial" panose="020B0604020202020204" pitchFamily="34" charset="0"/>
        </a:defRPr>
      </a:lvl1pPr>
      <a:lvl2pPr marL="182880" indent="-182880" algn="l" defTabSz="914400" rtl="0" eaLnBrk="1" latinLnBrk="0" hangingPunct="1">
        <a:lnSpc>
          <a:spcPct val="114000"/>
        </a:lnSpc>
        <a:spcBef>
          <a:spcPts val="1200"/>
        </a:spcBef>
        <a:buFont typeface="Arial" panose="020B0604020202020204" pitchFamily="34" charset="0"/>
        <a:buChar char="•"/>
        <a:defRPr lang="en-US" sz="1600" kern="1200" spc="-20" dirty="0" smtClean="0">
          <a:solidFill>
            <a:schemeClr val="tx1"/>
          </a:solidFill>
          <a:latin typeface="+mn-lt"/>
          <a:ea typeface="+mn-ea"/>
          <a:cs typeface="Arial" panose="020B0604020202020204" pitchFamily="34" charset="0"/>
        </a:defRPr>
      </a:lvl2pPr>
      <a:lvl3pPr marL="365760" indent="-171450" algn="l" defTabSz="914400" rtl="0" eaLnBrk="1" latinLnBrk="0" hangingPunct="1">
        <a:lnSpc>
          <a:spcPct val="114000"/>
        </a:lnSpc>
        <a:spcBef>
          <a:spcPts val="1200"/>
        </a:spcBef>
        <a:spcAft>
          <a:spcPts val="0"/>
        </a:spcAft>
        <a:buFont typeface="Arial" panose="020B0604020202020204" pitchFamily="34" charset="0"/>
        <a:buChar char="•"/>
        <a:defRPr lang="en-US" sz="1600" kern="1200" spc="-20" dirty="0" smtClean="0">
          <a:solidFill>
            <a:schemeClr val="tx1"/>
          </a:solidFill>
          <a:latin typeface="+mn-lt"/>
          <a:ea typeface="+mn-ea"/>
          <a:cs typeface="Arial" panose="020B0604020202020204" pitchFamily="34" charset="0"/>
        </a:defRPr>
      </a:lvl3pPr>
      <a:lvl4pPr marL="640080" indent="-171450" algn="l" defTabSz="914400" rtl="0" eaLnBrk="1" latinLnBrk="0" hangingPunct="1">
        <a:lnSpc>
          <a:spcPct val="114000"/>
        </a:lnSpc>
        <a:spcBef>
          <a:spcPts val="1200"/>
        </a:spcBef>
        <a:spcAft>
          <a:spcPts val="0"/>
        </a:spcAft>
        <a:buFont typeface="Arial" panose="020B0604020202020204" pitchFamily="34" charset="0"/>
        <a:buChar char="•"/>
        <a:defRPr lang="en-US" sz="1600" kern="1200" spc="-20" dirty="0">
          <a:solidFill>
            <a:schemeClr val="tx1"/>
          </a:solidFill>
          <a:latin typeface="+mn-lt"/>
          <a:ea typeface="+mn-ea"/>
          <a:cs typeface="Arial" panose="020B0604020202020204" pitchFamily="34" charset="0"/>
        </a:defRPr>
      </a:lvl4pPr>
      <a:lvl5pPr marL="0" indent="0" algn="l" defTabSz="914400" rtl="0" eaLnBrk="1" latinLnBrk="0" hangingPunct="1">
        <a:lnSpc>
          <a:spcPct val="90000"/>
        </a:lnSpc>
        <a:spcBef>
          <a:spcPts val="1200"/>
        </a:spcBef>
        <a:spcAft>
          <a:spcPts val="400"/>
        </a:spcAft>
        <a:buFont typeface="Arial" panose="020B0604020202020204" pitchFamily="34" charset="0"/>
        <a:buChar char="​"/>
        <a:defRPr sz="1600" b="1" kern="100" cap="none" spc="0" baseline="0">
          <a:solidFill>
            <a:schemeClr val="tx1"/>
          </a:solidFill>
          <a:latin typeface="Arial" panose="020B0604020202020204" pitchFamily="34" charset="0"/>
          <a:ea typeface="+mn-ea"/>
          <a:cs typeface="Arial" panose="020B0604020202020204" pitchFamily="34" charset="0"/>
        </a:defRPr>
      </a:lvl5pPr>
      <a:lvl6pPr marL="0" indent="0" algn="l" defTabSz="914400" rtl="0" eaLnBrk="1" latinLnBrk="0" hangingPunct="1">
        <a:lnSpc>
          <a:spcPct val="90000"/>
        </a:lnSpc>
        <a:spcBef>
          <a:spcPts val="0"/>
        </a:spcBef>
        <a:spcAft>
          <a:spcPts val="600"/>
        </a:spcAft>
        <a:buFont typeface="Arial" panose="020B0604020202020204" pitchFamily="34" charset="0"/>
        <a:buChar char="​"/>
        <a:defRPr sz="1400" b="1" kern="100" cap="all" spc="50" baseline="0">
          <a:solidFill>
            <a:schemeClr val="accent1"/>
          </a:solidFill>
          <a:latin typeface="Arial Narrow" panose="020B0606020202030204" pitchFamily="34" charset="0"/>
          <a:ea typeface="+mn-ea"/>
          <a:cs typeface="Arial" panose="020B0604020202020204" pitchFamily="34" charset="0"/>
        </a:defRPr>
      </a:lvl6pPr>
      <a:lvl7pPr marL="0" indent="0" algn="l" defTabSz="914400" rtl="0" eaLnBrk="1" latinLnBrk="0" hangingPunct="1">
        <a:lnSpc>
          <a:spcPct val="120000"/>
        </a:lnSpc>
        <a:spcBef>
          <a:spcPts val="600"/>
        </a:spcBef>
        <a:spcAft>
          <a:spcPts val="600"/>
        </a:spcAft>
        <a:buFont typeface="Arial" panose="020B0604020202020204" pitchFamily="34" charset="0"/>
        <a:buChar char="​"/>
        <a:defRPr sz="1400" kern="100" spc="0">
          <a:solidFill>
            <a:schemeClr val="tx1"/>
          </a:solidFill>
          <a:latin typeface="Arial" panose="020B0604020202020204" pitchFamily="34" charset="0"/>
          <a:ea typeface="+mn-ea"/>
          <a:cs typeface="Arial" panose="020B0604020202020204" pitchFamily="34" charset="0"/>
        </a:defRPr>
      </a:lvl7pPr>
      <a:lvl8pPr marL="171450" indent="-171450" algn="l" defTabSz="914400" rtl="0" eaLnBrk="1" latinLnBrk="0" hangingPunct="1">
        <a:lnSpc>
          <a:spcPct val="90000"/>
        </a:lnSpc>
        <a:spcBef>
          <a:spcPts val="600"/>
        </a:spcBef>
        <a:spcAft>
          <a:spcPts val="200"/>
        </a:spcAft>
        <a:buFont typeface="Arial" panose="020B0604020202020204" pitchFamily="34" charset="0"/>
        <a:buChar char="•"/>
        <a:defRPr sz="1400" kern="100" spc="0">
          <a:solidFill>
            <a:schemeClr val="tx1"/>
          </a:solidFill>
          <a:latin typeface="Arial" panose="020B0604020202020204" pitchFamily="34" charset="0"/>
          <a:ea typeface="+mn-ea"/>
          <a:cs typeface="Arial" panose="020B0604020202020204" pitchFamily="34" charset="0"/>
        </a:defRPr>
      </a:lvl8pPr>
      <a:lvl9pPr marL="342900" indent="-171450" algn="l" defTabSz="914400" rtl="0" eaLnBrk="1" latinLnBrk="0" hangingPunct="1">
        <a:lnSpc>
          <a:spcPct val="90000"/>
        </a:lnSpc>
        <a:spcBef>
          <a:spcPts val="600"/>
        </a:spcBef>
        <a:spcAft>
          <a:spcPts val="400"/>
        </a:spcAft>
        <a:buFont typeface="Arial" panose="020B0604020202020204" pitchFamily="34" charset="0"/>
        <a:buChar char="−"/>
        <a:defRPr sz="1200" kern="100" spc="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4" orient="horz" pos="288">
          <p15:clr>
            <a:srgbClr val="F26B43"/>
          </p15:clr>
        </p15:guide>
        <p15:guide id="5" orient="horz" pos="1248">
          <p15:clr>
            <a:srgbClr val="F26B43"/>
          </p15:clr>
        </p15:guide>
        <p15:guide id="6" pos="288">
          <p15:clr>
            <a:srgbClr val="F26B43"/>
          </p15:clr>
        </p15:guide>
        <p15:guide id="7" pos="7392">
          <p15:clr>
            <a:srgbClr val="F26B43"/>
          </p15:clr>
        </p15:guide>
        <p15:guide id="8" orient="horz" pos="39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0000"/>
            <a:ext cx="11274552" cy="1500000"/>
          </a:xfrm>
        </p:spPr>
        <p:txBody>
          <a:bodyPr/>
          <a:lstStyle/>
          <a:p>
            <a:r>
              <a:rPr lang="en-US" sz="5400" dirty="0"/>
              <a:t>LLM gateway demo on BNK 2.4.1</a:t>
            </a:r>
          </a:p>
        </p:txBody>
      </p:sp>
      <p:sp>
        <p:nvSpPr>
          <p:cNvPr id="3" name="Text Placeholder 2"/>
          <p:cNvSpPr>
            <a:spLocks noGrp="1"/>
          </p:cNvSpPr>
          <p:nvPr>
            <p:ph idx="1"/>
          </p:nvPr>
        </p:nvSpPr>
        <p:spPr>
          <a:xfrm>
            <a:off x="457200" y="2600000"/>
            <a:ext cx="11274552" cy="3600000"/>
          </a:xfrm>
        </p:spPr>
        <p:txBody>
          <a:bodyPr/>
          <a:lstStyle/>
          <a:p>
            <a:r>
              <a:rPr lang="en-US" sz="2600" b="1" dirty="0"/>
              <a:t>One machine, one command: TMM governs LLM traffic</a:t>
            </a:r>
          </a:p>
          <a:p>
            <a:r>
              <a:rPr lang="en-US" sz="1800" dirty="0"/>
              <a:t>Virtual keys, model scope and per-request metering, with the console, on a laptop or lab box. No GPU, no LLM API key</a:t>
            </a:r>
          </a:p>
          <a:p>
            <a:r>
              <a:rPr lang="en-US" sz="1800" dirty="0"/>
              <a:t>Run it by hand or let a coding agent run it: the PoC tells the agent how (AGENTS.md)</a:t>
            </a:r>
          </a:p>
          <a:p>
            <a:r>
              <a:rPr lang="en-US" sz="1200" dirty="0"/>
              <a:t> </a:t>
            </a:r>
          </a:p>
          <a:p>
            <a:r>
              <a:rPr lang="en-US" sz="1400" dirty="0">
                <a:solidFill>
                  <a:srgbClr val="6B6B6B"/>
                </a:solidFill>
              </a:rPr>
              <a:t>Marcel Wiget · F5 · 18 October 2026 · github.com/mwiget/ocibnkctl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real AI gateway demo, without a lab</a:t>
            </a:r>
          </a:p>
        </p:txBody>
      </p:sp>
      <p:sp>
        <p:nvSpPr>
          <p:cNvPr id="4" name="Text Placeholder 3"/>
          <p:cNvSpPr>
            <a:spLocks noGrp="1"/>
          </p:cNvSpPr>
          <p:nvPr>
            <p:ph type="body" sz="quarter" idx="17"/>
          </p:nvPr>
        </p:nvSpPr>
        <p:spPr/>
        <p:txBody>
          <a:bodyPr/>
          <a:lstStyle/>
          <a:p>
            <a:r>
              <a:rPr lang="en-US" dirty="0"/>
              <a:t>The field needs to show it; 2.4.1 ships it; ocibnkctl makes it one command</a:t>
            </a:r>
          </a:p>
        </p:txBody>
      </p:sp>
      <p:sp>
        <p:nvSpPr>
          <p:cNvPr id="11" name="Shape 11"/>
          <p:cNvSpPr/>
          <p:nvPr/>
        </p:nvSpPr>
        <p:spPr>
          <a:xfrm>
            <a:off x="457200" y="1400000"/>
            <a:ext cx="3638184" cy="3100000"/>
          </a:xfrm>
          <a:prstGeom prst="rect">
            <a:avLst/>
          </a:prstGeom>
          <a:solidFill>
            <a:srgbClr val="FFFFFF"/>
          </a:solidFill>
          <a:ln w="9525">
            <a:solidFill>
              <a:srgbClr val="0E41AA"/>
            </a:solidFill>
          </a:ln>
        </p:spPr>
        <p:txBody>
          <a:bodyPr wrap="square" lIns="36000" rIns="36000" tIns="18000" bIns="18000" anchor="ctr">
            <a:normAutofit/>
          </a:bodyPr>
          <a:lstStyle/>
          <a:p>
            <a:endParaRPr lang="en-US" dirty="0"/>
          </a:p>
        </p:txBody>
      </p:sp>
      <p:sp>
        <p:nvSpPr>
          <p:cNvPr id="12" name="Shape 12"/>
          <p:cNvSpPr/>
          <p:nvPr/>
        </p:nvSpPr>
        <p:spPr>
          <a:xfrm>
            <a:off x="457200" y="1400000"/>
            <a:ext cx="3638184" cy="60000"/>
          </a:xfrm>
          <a:prstGeom prst="rect">
            <a:avLst/>
          </a:prstGeom>
          <a:solidFill>
            <a:srgbClr val="0E41AA"/>
          </a:solidFill>
          <a:ln>
            <a:noFill/>
          </a:ln>
        </p:spPr>
        <p:txBody>
          <a:bodyPr wrap="square" lIns="36000" rIns="36000" tIns="18000" bIns="18000" anchor="ctr">
            <a:normAutofit/>
          </a:bodyPr>
          <a:lstStyle/>
          <a:p>
            <a:endParaRPr lang="en-US" dirty="0"/>
          </a:p>
        </p:txBody>
      </p:sp>
      <p:sp>
        <p:nvSpPr>
          <p:cNvPr id="15" name="Shape 15"/>
          <p:cNvSpPr/>
          <p:nvPr/>
        </p:nvSpPr>
        <p:spPr>
          <a:xfrm>
            <a:off x="4275384" y="1400000"/>
            <a:ext cx="3638184" cy="3100000"/>
          </a:xfrm>
          <a:prstGeom prst="rect">
            <a:avLst/>
          </a:prstGeom>
          <a:solidFill>
            <a:srgbClr val="FFFFFF"/>
          </a:solidFill>
          <a:ln w="9525">
            <a:solidFill>
              <a:srgbClr val="007A2E"/>
            </a:solidFill>
          </a:ln>
        </p:spPr>
        <p:txBody>
          <a:bodyPr wrap="square" lIns="36000" rIns="36000" tIns="18000" bIns="18000" anchor="ctr">
            <a:normAutofit/>
          </a:bodyPr>
          <a:lstStyle/>
          <a:p>
            <a:endParaRPr lang="en-US" dirty="0"/>
          </a:p>
        </p:txBody>
      </p:sp>
      <p:sp>
        <p:nvSpPr>
          <p:cNvPr id="16" name="Shape 16"/>
          <p:cNvSpPr/>
          <p:nvPr/>
        </p:nvSpPr>
        <p:spPr>
          <a:xfrm>
            <a:off x="4275384" y="1400000"/>
            <a:ext cx="3638184" cy="60000"/>
          </a:xfrm>
          <a:prstGeom prst="rect">
            <a:avLst/>
          </a:prstGeom>
          <a:solidFill>
            <a:srgbClr val="007A2E"/>
          </a:solidFill>
          <a:ln>
            <a:noFill/>
          </a:ln>
        </p:spPr>
        <p:txBody>
          <a:bodyPr wrap="square" lIns="36000" rIns="36000" tIns="18000" bIns="18000" anchor="ctr">
            <a:normAutofit/>
          </a:bodyPr>
          <a:lstStyle/>
          <a:p>
            <a:endParaRPr lang="en-US" dirty="0"/>
          </a:p>
        </p:txBody>
      </p:sp>
      <p:sp>
        <p:nvSpPr>
          <p:cNvPr id="19" name="Shape 19"/>
          <p:cNvSpPr/>
          <p:nvPr/>
        </p:nvSpPr>
        <p:spPr>
          <a:xfrm>
            <a:off x="8093568" y="1400000"/>
            <a:ext cx="3638184" cy="3100000"/>
          </a:xfrm>
          <a:prstGeom prst="rect">
            <a:avLst/>
          </a:prstGeom>
          <a:solidFill>
            <a:srgbClr val="FFFFFF"/>
          </a:solidFill>
          <a:ln w="9525">
            <a:solidFill>
              <a:srgbClr val="A35A00"/>
            </a:solidFill>
          </a:ln>
        </p:spPr>
        <p:txBody>
          <a:bodyPr wrap="square" lIns="36000" rIns="36000" tIns="18000" bIns="18000" anchor="ctr">
            <a:normAutofit/>
          </a:bodyPr>
          <a:lstStyle/>
          <a:p>
            <a:endParaRPr lang="en-US" dirty="0"/>
          </a:p>
        </p:txBody>
      </p:sp>
      <p:sp>
        <p:nvSpPr>
          <p:cNvPr id="20" name="Shape 20"/>
          <p:cNvSpPr/>
          <p:nvPr/>
        </p:nvSpPr>
        <p:spPr>
          <a:xfrm>
            <a:off x="8093568" y="1400000"/>
            <a:ext cx="3638184" cy="60000"/>
          </a:xfrm>
          <a:prstGeom prst="rect">
            <a:avLst/>
          </a:prstGeom>
          <a:solidFill>
            <a:srgbClr val="A35A00"/>
          </a:solidFill>
          <a:ln>
            <a:noFill/>
          </a:ln>
        </p:spPr>
        <p:txBody>
          <a:bodyPr wrap="square" lIns="36000" rIns="36000" tIns="18000" bIns="18000" anchor="ctr">
            <a:normAutofit/>
          </a:bodyPr>
          <a:lstStyle/>
          <a:p>
            <a:endParaRPr lang="en-US" dirty="0"/>
          </a:p>
        </p:txBody>
      </p:sp>
      <p:sp>
        <p:nvSpPr>
          <p:cNvPr id="23" name="Shape 23"/>
          <p:cNvSpPr/>
          <p:nvPr/>
        </p:nvSpPr>
        <p:spPr>
          <a:xfrm>
            <a:off x="457200" y="4700000"/>
            <a:ext cx="11274552" cy="700000"/>
          </a:xfrm>
          <a:prstGeom prst="roundRect">
            <a:avLst/>
          </a:prstGeom>
          <a:solidFill>
            <a:srgbClr val="222222"/>
          </a:solidFill>
          <a:ln>
            <a:noFill/>
          </a:ln>
        </p:spPr>
        <p:txBody>
          <a:bodyPr wrap="square" lIns="36000" rIns="36000" tIns="18000" bIns="18000" anchor="ctr">
            <a:normAutofit/>
          </a:bodyPr>
          <a:lstStyle/>
          <a:p>
            <a:endParaRPr lang="en-US" dirty="0"/>
          </a:p>
        </p:txBody>
      </p:sp>
      <p:sp>
        <p:nvSpPr>
          <p:cNvPr id="13" name="Shape 13"/>
          <p:cNvSpPr/>
          <p:nvPr/>
        </p:nvSpPr>
        <p:spPr>
          <a:xfrm>
            <a:off x="607200" y="1540000"/>
            <a:ext cx="3338184" cy="391000"/>
          </a:xfrm>
          <a:prstGeom prst="rect">
            <a:avLst/>
          </a:prstGeom>
          <a:noFill/>
          <a:ln>
            <a:noFill/>
          </a:ln>
        </p:spPr>
        <p:txBody>
          <a:bodyPr wrap="square" lIns="0" rIns="0" tIns="0" bIns="0" anchor="t">
            <a:normAutofit/>
          </a:bodyPr>
          <a:lstStyle/>
          <a:p>
            <a:pPr algn="l"/>
            <a:r>
              <a:rPr lang="en-US" sz="1700" b="1" dirty="0">
                <a:solidFill>
                  <a:srgbClr val="0E41AA"/>
                </a:solidFill>
              </a:rPr>
              <a:t>What the field needs</a:t>
            </a:r>
          </a:p>
        </p:txBody>
      </p:sp>
      <p:sp>
        <p:nvSpPr>
          <p:cNvPr id="14" name="Shape 14"/>
          <p:cNvSpPr/>
          <p:nvPr/>
        </p:nvSpPr>
        <p:spPr>
          <a:xfrm>
            <a:off x="607200" y="1981000"/>
            <a:ext cx="3338184" cy="2459000"/>
          </a:xfrm>
          <a:prstGeom prst="rect">
            <a:avLst/>
          </a:prstGeom>
          <a:noFill/>
          <a:ln>
            <a:noFill/>
          </a:ln>
        </p:spPr>
        <p:txBody>
          <a:bodyPr wrap="square" lIns="0" rIns="0" tIns="0" bIns="0" anchor="t">
            <a:normAutofit/>
          </a:bodyPr>
          <a:lstStyle/>
          <a:p>
            <a:pPr algn="l"/>
            <a:r>
              <a:rPr lang="en-US" sz="1500" dirty="0">
                <a:solidFill>
                  <a:srgbClr val="222222"/>
                </a:solidFill>
              </a:rPr>
              <a:t>• show BNK’s AI gateway, not slides about it</a:t>
            </a:r>
          </a:p>
          <a:p>
            <a:pPr algn="l"/>
            <a:r>
              <a:rPr lang="en-US" sz="1500" dirty="0">
                <a:solidFill>
                  <a:srgbClr val="222222"/>
                </a:solidFill>
              </a:rPr>
              <a:t>• no GPUs, no provider account, no shared lab to book</a:t>
            </a:r>
          </a:p>
          <a:p>
            <a:pPr algn="l"/>
            <a:r>
              <a:rPr lang="en-US" sz="1500" dirty="0">
                <a:solidFill>
                  <a:srgbClr val="222222"/>
                </a:solidFill>
              </a:rPr>
              <a:t>• repeatable: the same demo every time, on any box</a:t>
            </a:r>
          </a:p>
          <a:p>
            <a:pPr algn="l"/>
            <a:r>
              <a:rPr lang="en-US" sz="1500" dirty="0">
                <a:solidFill>
                  <a:srgbClr val="222222"/>
                </a:solidFill>
              </a:rPr>
              <a:t>• something a customer can run after the meeting</a:t>
            </a:r>
          </a:p>
        </p:txBody>
      </p:sp>
      <p:sp>
        <p:nvSpPr>
          <p:cNvPr id="17" name="Shape 17"/>
          <p:cNvSpPr/>
          <p:nvPr/>
        </p:nvSpPr>
        <p:spPr>
          <a:xfrm>
            <a:off x="4425384" y="1540000"/>
            <a:ext cx="3338184" cy="391000"/>
          </a:xfrm>
          <a:prstGeom prst="rect">
            <a:avLst/>
          </a:prstGeom>
          <a:noFill/>
          <a:ln>
            <a:noFill/>
          </a:ln>
        </p:spPr>
        <p:txBody>
          <a:bodyPr wrap="square" lIns="0" rIns="0" tIns="0" bIns="0" anchor="t">
            <a:normAutofit/>
          </a:bodyPr>
          <a:lstStyle/>
          <a:p>
            <a:pPr algn="l"/>
            <a:r>
              <a:rPr lang="en-US" sz="1700" b="1" dirty="0">
                <a:solidFill>
                  <a:srgbClr val="007A2E"/>
                </a:solidFill>
              </a:rPr>
              <a:t>What 2.4.1 ships</a:t>
            </a:r>
          </a:p>
        </p:txBody>
      </p:sp>
      <p:sp>
        <p:nvSpPr>
          <p:cNvPr id="18" name="Shape 18"/>
          <p:cNvSpPr/>
          <p:nvPr/>
        </p:nvSpPr>
        <p:spPr>
          <a:xfrm>
            <a:off x="4425384" y="1981000"/>
            <a:ext cx="3338184" cy="2459000"/>
          </a:xfrm>
          <a:prstGeom prst="rect">
            <a:avLst/>
          </a:prstGeom>
          <a:noFill/>
          <a:ln>
            <a:noFill/>
          </a:ln>
        </p:spPr>
        <p:txBody>
          <a:bodyPr wrap="square" lIns="0" rIns="0" tIns="0" bIns="0" anchor="t">
            <a:normAutofit/>
          </a:bodyPr>
          <a:lstStyle/>
          <a:p>
            <a:pPr algn="l"/>
            <a:r>
              <a:rPr lang="en-US" sz="1500" dirty="0">
                <a:solidFill>
                  <a:srgbClr val="222222"/>
                </a:solidFill>
              </a:rPr>
              <a:t>• the gateway inside TMM: virtual keys, model scope, OpenAI-style API</a:t>
            </a:r>
          </a:p>
          <a:p>
            <a:pPr algn="l"/>
            <a:r>
              <a:rPr lang="en-US" sz="1500" dirty="0">
                <a:solidFill>
                  <a:srgbClr val="222222"/>
                </a:solidFill>
              </a:rPr>
              <a:t>• one record per request: tokens, cost, latency</a:t>
            </a:r>
          </a:p>
          <a:p>
            <a:pPr algn="l"/>
            <a:r>
              <a:rPr lang="en-US" sz="1500" dirty="0">
                <a:solidFill>
                  <a:srgbClr val="222222"/>
                </a:solidFill>
              </a:rPr>
              <a:t>• a web console per tenant</a:t>
            </a:r>
          </a:p>
          <a:p>
            <a:pPr algn="l"/>
            <a:r>
              <a:rPr lang="en-US" sz="1500" dirty="0">
                <a:solidFill>
                  <a:srgbClr val="222222"/>
                </a:solidFill>
              </a:rPr>
              <a:t>• FLO installs it all from one CNEInstance field</a:t>
            </a:r>
          </a:p>
        </p:txBody>
      </p:sp>
      <p:sp>
        <p:nvSpPr>
          <p:cNvPr id="21" name="Shape 21"/>
          <p:cNvSpPr/>
          <p:nvPr/>
        </p:nvSpPr>
        <p:spPr>
          <a:xfrm>
            <a:off x="8243568" y="1540000"/>
            <a:ext cx="3338184" cy="391000"/>
          </a:xfrm>
          <a:prstGeom prst="rect">
            <a:avLst/>
          </a:prstGeom>
          <a:noFill/>
          <a:ln>
            <a:noFill/>
          </a:ln>
        </p:spPr>
        <p:txBody>
          <a:bodyPr wrap="square" lIns="0" rIns="0" tIns="0" bIns="0" anchor="t">
            <a:normAutofit/>
          </a:bodyPr>
          <a:lstStyle/>
          <a:p>
            <a:pPr algn="l"/>
            <a:r>
              <a:rPr lang="en-US" sz="1700" b="1" dirty="0">
                <a:solidFill>
                  <a:srgbClr val="A35A00"/>
                </a:solidFill>
              </a:rPr>
              <a:t>What this adds</a:t>
            </a:r>
          </a:p>
        </p:txBody>
      </p:sp>
      <p:sp>
        <p:nvSpPr>
          <p:cNvPr id="22" name="Shape 22"/>
          <p:cNvSpPr/>
          <p:nvPr/>
        </p:nvSpPr>
        <p:spPr>
          <a:xfrm>
            <a:off x="8243568" y="1981000"/>
            <a:ext cx="3338184" cy="2459000"/>
          </a:xfrm>
          <a:prstGeom prst="rect">
            <a:avLst/>
          </a:prstGeom>
          <a:noFill/>
          <a:ln>
            <a:noFill/>
          </a:ln>
        </p:spPr>
        <p:txBody>
          <a:bodyPr wrap="square" lIns="0" rIns="0" tIns="0" bIns="0" anchor="t">
            <a:normAutofit/>
          </a:bodyPr>
          <a:lstStyle/>
          <a:p>
            <a:pPr algn="l"/>
            <a:r>
              <a:rPr lang="en-US" sz="1500" dirty="0">
                <a:solidFill>
                  <a:srgbClr val="222222"/>
                </a:solidFill>
              </a:rPr>
              <a:t>• ocibnkctl init --profile llm-gateway</a:t>
            </a:r>
          </a:p>
          <a:p>
            <a:pPr algn="l"/>
            <a:r>
              <a:rPr lang="en-US" sz="1500" dirty="0">
                <a:solidFill>
                  <a:srgbClr val="222222"/>
                </a:solidFill>
              </a:rPr>
              <a:t>• a mock LLM and the setup, as a scenario</a:t>
            </a:r>
          </a:p>
          <a:p>
            <a:pPr algn="l"/>
            <a:r>
              <a:rPr lang="en-US" sz="1500" dirty="0">
                <a:solidFill>
                  <a:srgbClr val="222222"/>
                </a:solidFill>
              </a:rPr>
              <a:t>• checks that prove what TMM enforced</a:t>
            </a:r>
          </a:p>
          <a:p>
            <a:pPr algn="l"/>
            <a:r>
              <a:rPr lang="en-US" sz="1500" dirty="0">
                <a:solidFill>
                  <a:srgbClr val="222222"/>
                </a:solidFill>
              </a:rPr>
              <a:t>• a guide, and AGENTS.md for an agent</a:t>
            </a:r>
          </a:p>
        </p:txBody>
      </p:sp>
      <p:sp>
        <p:nvSpPr>
          <p:cNvPr id="24" name="Shape 24"/>
          <p:cNvSpPr/>
          <p:nvPr/>
        </p:nvSpPr>
        <p:spPr>
          <a:xfrm>
            <a:off x="657200" y="4760000"/>
            <a:ext cx="10874552" cy="580000"/>
          </a:xfrm>
          <a:prstGeom prst="rect">
            <a:avLst/>
          </a:prstGeom>
          <a:noFill/>
          <a:ln>
            <a:noFill/>
          </a:ln>
        </p:spPr>
        <p:txBody>
          <a:bodyPr wrap="square" lIns="0" rIns="0" tIns="0" bIns="0" anchor="ctr">
            <a:normAutofit/>
          </a:bodyPr>
          <a:lstStyle/>
          <a:p>
            <a:pPr algn="l"/>
            <a:r>
              <a:rPr lang="en-US" sz="1300" b="1" dirty="0">
                <a:solidFill>
                  <a:srgbClr val="FFFFFF"/>
                </a:solidFill>
              </a:rPr>
              <a:t>Everything runs F5’s 2.4.1 release images from repo.f5.com</a:t>
            </a:r>
          </a:p>
          <a:p>
            <a:pPr algn="l"/>
            <a:r>
              <a:rPr lang="en-US" sz="1100" dirty="0">
                <a:solidFill>
                  <a:srgbClr val="E6E6E6"/>
                </a:solidFill>
              </a:rPr>
              <a:t>Nothing is built from source: FLO v2.30.0-0.11.4, f5-aigateway-ui v0.11.0, clickhouse-server 24.8, installed from the 2.4.1 release manifest. The only add-ons are the mock LLM and the test client.</a:t>
            </a:r>
          </a:p>
        </p:txBody>
      </p:sp>
      <p:sp>
        <p:nvSpPr>
          <p:cNvPr id="25" name="Shape 25"/>
          <p:cNvSpPr/>
          <p:nvPr/>
        </p:nvSpPr>
        <p:spPr>
          <a:xfrm>
            <a:off x="10281752" y="130000"/>
            <a:ext cx="1450000" cy="260000"/>
          </a:xfrm>
          <a:prstGeom prst="roundRect">
            <a:avLst/>
          </a:prstGeom>
          <a:solidFill>
            <a:srgbClr val="0E41AA"/>
          </a:solidFill>
          <a:ln>
            <a:noFill/>
          </a:ln>
        </p:spPr>
        <p:txBody>
          <a:bodyPr wrap="square" lIns="36000" rIns="36000" tIns="18000" bIns="18000" anchor="ctr">
            <a:normAutofit/>
          </a:bodyPr>
          <a:lstStyle/>
          <a:p>
            <a:pPr algn="ctr"/>
            <a:r>
              <a:rPr lang="en-US" sz="900" b="1" dirty="0">
                <a:solidFill>
                  <a:srgbClr val="FFFFFF"/>
                </a:solidFill>
              </a:rPr>
              <a:t>WHY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gets deployed</a:t>
            </a:r>
          </a:p>
        </p:txBody>
      </p:sp>
      <p:sp>
        <p:nvSpPr>
          <p:cNvPr id="4" name="Text Placeholder 3"/>
          <p:cNvSpPr>
            <a:spLocks noGrp="1"/>
          </p:cNvSpPr>
          <p:nvPr>
            <p:ph type="body" sz="quarter" idx="17"/>
          </p:nvPr>
        </p:nvSpPr>
        <p:spPr/>
        <p:txBody>
          <a:bodyPr/>
          <a:lstStyle/>
          <a:p>
            <a:r>
              <a:rPr lang="en-US" dirty="0"/>
              <a:t>Stock BNK 2.4.1 on k3s in Docker; FLO installs the gateway; the scenario adds a mock and a client</a:t>
            </a:r>
          </a:p>
        </p:txBody>
      </p:sp>
      <p:sp>
        <p:nvSpPr>
          <p:cNvPr id="12" name="Shape 12"/>
          <p:cNvSpPr/>
          <p:nvPr/>
        </p:nvSpPr>
        <p:spPr>
          <a:xfrm>
            <a:off x="3057200" y="1550000"/>
            <a:ext cx="8674552" cy="3350000"/>
          </a:xfrm>
          <a:prstGeom prst="rect">
            <a:avLst/>
          </a:prstGeom>
          <a:noFill/>
          <a:ln w="9525">
            <a:solidFill>
              <a:srgbClr val="6B6B6B"/>
            </a:solidFill>
            <a:prstDash val="dash"/>
          </a:ln>
        </p:spPr>
        <p:txBody>
          <a:bodyPr wrap="square" lIns="36000" rIns="36000" tIns="18000" bIns="18000" anchor="ctr">
            <a:normAutofit/>
          </a:bodyPr>
          <a:lstStyle/>
          <a:p>
            <a:endParaRPr lang="en-US" dirty="0"/>
          </a:p>
        </p:txBody>
      </p:sp>
      <p:cxnSp>
        <p:nvCxnSpPr>
          <p:cNvPr id="20" name="Line 20"/>
          <p:cNvCxnSpPr/>
          <p:nvPr/>
        </p:nvCxnSpPr>
        <p:spPr>
          <a:xfrm>
            <a:off x="2457200" y="2900000"/>
            <a:ext cx="850000" cy="0"/>
          </a:xfrm>
          <a:prstGeom prst="line">
            <a:avLst/>
          </a:prstGeom>
          <a:ln w="28575">
            <a:solidFill>
              <a:srgbClr val="007A2E"/>
            </a:solidFill>
            <a:tailEnd type="triangle" w="med" len="med"/>
          </a:ln>
        </p:spPr>
      </p:cxnSp>
      <p:cxnSp>
        <p:nvCxnSpPr>
          <p:cNvPr id="22" name="Line 22"/>
          <p:cNvCxnSpPr/>
          <p:nvPr/>
        </p:nvCxnSpPr>
        <p:spPr>
          <a:xfrm>
            <a:off x="6307200" y="2650000"/>
            <a:ext cx="750000" cy="0"/>
          </a:xfrm>
          <a:prstGeom prst="line">
            <a:avLst/>
          </a:prstGeom>
          <a:ln w="28575">
            <a:solidFill>
              <a:srgbClr val="007A2E"/>
            </a:solidFill>
            <a:tailEnd type="triangle" w="med" len="med"/>
          </a:ln>
        </p:spPr>
      </p:cxnSp>
      <p:cxnSp>
        <p:nvCxnSpPr>
          <p:cNvPr id="23" name="Line 23"/>
          <p:cNvCxnSpPr/>
          <p:nvPr/>
        </p:nvCxnSpPr>
        <p:spPr>
          <a:xfrm>
            <a:off x="6307200" y="3500000"/>
            <a:ext cx="4300000" cy="0"/>
          </a:xfrm>
          <a:prstGeom prst="line">
            <a:avLst/>
          </a:prstGeom>
          <a:ln w="19050">
            <a:solidFill>
              <a:srgbClr val="933CCC"/>
            </a:solidFill>
            <a:prstDash val="dash"/>
          </a:ln>
        </p:spPr>
      </p:cxnSp>
      <p:cxnSp>
        <p:nvCxnSpPr>
          <p:cNvPr id="24" name="Line 24"/>
          <p:cNvCxnSpPr/>
          <p:nvPr/>
        </p:nvCxnSpPr>
        <p:spPr>
          <a:xfrm flipV="1">
            <a:off x="10607200" y="3150000"/>
            <a:ext cx="0" cy="350000"/>
          </a:xfrm>
          <a:prstGeom prst="line">
            <a:avLst/>
          </a:prstGeom>
          <a:ln w="19050">
            <a:solidFill>
              <a:srgbClr val="933CCC"/>
            </a:solidFill>
            <a:prstDash val="dash"/>
            <a:tailEnd type="triangle" w="med" len="med"/>
          </a:ln>
        </p:spPr>
      </p:cxnSp>
      <p:cxnSp>
        <p:nvCxnSpPr>
          <p:cNvPr id="26" name="Line 26"/>
          <p:cNvCxnSpPr/>
          <p:nvPr/>
        </p:nvCxnSpPr>
        <p:spPr>
          <a:xfrm flipV="1">
            <a:off x="4807200" y="3850000"/>
            <a:ext cx="0" cy="300000"/>
          </a:xfrm>
          <a:prstGeom prst="line">
            <a:avLst/>
          </a:prstGeom>
          <a:ln w="19050">
            <a:solidFill>
              <a:srgbClr val="0E41AA"/>
            </a:solidFill>
            <a:tailEnd type="triangle" w="med" len="med"/>
          </a:ln>
        </p:spPr>
      </p:cxnSp>
      <p:cxnSp>
        <p:nvCxnSpPr>
          <p:cNvPr id="27" name="Line 27"/>
          <p:cNvCxnSpPr/>
          <p:nvPr/>
        </p:nvCxnSpPr>
        <p:spPr>
          <a:xfrm flipH="1">
            <a:off x="6307200" y="4450000"/>
            <a:ext cx="750000" cy="0"/>
          </a:xfrm>
          <a:prstGeom prst="line">
            <a:avLst/>
          </a:prstGeom>
          <a:ln w="19050">
            <a:solidFill>
              <a:srgbClr val="0E41AA"/>
            </a:solidFill>
            <a:tailEnd type="triangle" w="med" len="med"/>
          </a:ln>
        </p:spPr>
      </p:cxnSp>
      <p:cxnSp>
        <p:nvCxnSpPr>
          <p:cNvPr id="28" name="Line 28"/>
          <p:cNvCxnSpPr/>
          <p:nvPr/>
        </p:nvCxnSpPr>
        <p:spPr>
          <a:xfrm flipH="1">
            <a:off x="9357200" y="4450000"/>
            <a:ext cx="250000" cy="0"/>
          </a:xfrm>
          <a:prstGeom prst="line">
            <a:avLst/>
          </a:prstGeom>
          <a:ln w="19050">
            <a:solidFill>
              <a:srgbClr val="0E41AA"/>
            </a:solidFill>
            <a:tailEnd type="triangle" w="med" len="med"/>
          </a:ln>
        </p:spPr>
      </p:cxnSp>
      <p:sp>
        <p:nvSpPr>
          <p:cNvPr id="11" name="Shape 11"/>
          <p:cNvSpPr/>
          <p:nvPr/>
        </p:nvSpPr>
        <p:spPr>
          <a:xfrm>
            <a:off x="457200" y="2350000"/>
            <a:ext cx="2000000" cy="1100000"/>
          </a:xfrm>
          <a:prstGeom prst="rect">
            <a:avLst/>
          </a:prstGeom>
          <a:solidFill>
            <a:srgbClr val="F7F7F7"/>
          </a:solidFill>
          <a:ln w="9525">
            <a:solidFill>
              <a:srgbClr val="6B6B6B"/>
            </a:solidFill>
          </a:ln>
        </p:spPr>
        <p:txBody>
          <a:bodyPr wrap="square" lIns="36000" rIns="36000" tIns="18000" bIns="18000" anchor="ctr">
            <a:normAutofit/>
          </a:bodyPr>
          <a:lstStyle/>
          <a:p>
            <a:pPr algn="ctr"/>
            <a:r>
              <a:rPr lang="en-US" sz="1100" b="1" dirty="0">
                <a:solidFill>
                  <a:srgbClr val="222222"/>
                </a:solidFill>
              </a:rPr>
              <a:t>Client, outside the cluster</a:t>
            </a:r>
          </a:p>
          <a:p>
            <a:pPr algn="ctr"/>
            <a:r>
              <a:rPr lang="en-US" sz="1000" dirty="0">
                <a:solidFill>
                  <a:srgbClr val="6B6B6B"/>
                </a:solidFill>
              </a:rPr>
              <a:t>edge FRR netns · curl</a:t>
            </a:r>
          </a:p>
        </p:txBody>
      </p:sp>
      <p:sp>
        <p:nvSpPr>
          <p:cNvPr id="13" name="Shape 13"/>
          <p:cNvSpPr/>
          <p:nvPr/>
        </p:nvSpPr>
        <p:spPr>
          <a:xfrm>
            <a:off x="3177200" y="1600000"/>
            <a:ext cx="5000000" cy="300000"/>
          </a:xfrm>
          <a:prstGeom prst="rect">
            <a:avLst/>
          </a:prstGeom>
          <a:noFill/>
          <a:ln>
            <a:noFill/>
          </a:ln>
        </p:spPr>
        <p:txBody>
          <a:bodyPr wrap="square" lIns="0" rIns="0" tIns="0" bIns="0" anchor="t">
            <a:normAutofit/>
          </a:bodyPr>
          <a:lstStyle/>
          <a:p>
            <a:pPr algn="l"/>
            <a:r>
              <a:rPr lang="en-US" sz="1000" b="1" dirty="0">
                <a:solidFill>
                  <a:srgbClr val="6B6B6B"/>
                </a:solidFill>
              </a:rPr>
              <a:t>k3s cluster in Docker containers · BNK 2.4.1 via FLO</a:t>
            </a:r>
          </a:p>
        </p:txBody>
      </p:sp>
      <p:sp>
        <p:nvSpPr>
          <p:cNvPr id="14" name="Shape 14"/>
          <p:cNvSpPr/>
          <p:nvPr/>
        </p:nvSpPr>
        <p:spPr>
          <a:xfrm>
            <a:off x="3307200" y="2150000"/>
            <a:ext cx="3000000" cy="1700000"/>
          </a:xfrm>
          <a:prstGeom prst="roundRect">
            <a:avLst/>
          </a:prstGeom>
          <a:solidFill>
            <a:srgbClr val="007A2E"/>
          </a:solidFill>
          <a:ln>
            <a:noFill/>
          </a:ln>
        </p:spPr>
        <p:txBody>
          <a:bodyPr wrap="square" lIns="36000" rIns="36000" tIns="18000" bIns="18000" anchor="ctr">
            <a:normAutofit/>
          </a:bodyPr>
          <a:lstStyle/>
          <a:p>
            <a:pPr algn="ctr"/>
            <a:r>
              <a:rPr lang="en-US" sz="1500" b="1" dirty="0">
                <a:solidFill>
                  <a:srgbClr val="FFFFFF"/>
                </a:solidFill>
              </a:rPr>
              <a:t>TMM</a:t>
            </a:r>
          </a:p>
          <a:p>
            <a:pPr algn="ctr"/>
            <a:r>
              <a:rPr lang="en-US" sz="1050" dirty="0">
                <a:solidFill>
                  <a:srgbClr val="FFFFFF"/>
                </a:solidFill>
              </a:rPr>
              <a:t>virtual key → model scope</a:t>
            </a:r>
          </a:p>
          <a:p>
            <a:pPr algn="ctr"/>
            <a:r>
              <a:rPr lang="en-US" sz="1050" dirty="0">
                <a:solidFill>
                  <a:srgbClr val="FFFFFF"/>
                </a:solidFill>
              </a:rPr>
              <a:t>→ provider key → meter</a:t>
            </a:r>
          </a:p>
          <a:p>
            <a:pPr algn="ctr"/>
            <a:r>
              <a:rPr lang="en-US" sz="1000" b="1" dirty="0">
                <a:solidFill>
                  <a:srgbClr val="FFFFFF"/>
                </a:solidFill>
              </a:rPr>
              <a:t>203.0.113.140:80</a:t>
            </a:r>
          </a:p>
        </p:txBody>
      </p:sp>
      <p:sp>
        <p:nvSpPr>
          <p:cNvPr id="15" name="Shape 15"/>
          <p:cNvSpPr/>
          <p:nvPr/>
        </p:nvSpPr>
        <p:spPr>
          <a:xfrm>
            <a:off x="7057200" y="2150000"/>
            <a:ext cx="2300000" cy="1000000"/>
          </a:xfrm>
          <a:prstGeom prst="rect">
            <a:avLst/>
          </a:prstGeom>
          <a:solidFill>
            <a:srgbClr val="FFFFFF"/>
          </a:solidFill>
          <a:ln w="9525">
            <a:solidFill>
              <a:srgbClr val="222222"/>
            </a:solidFill>
          </a:ln>
        </p:spPr>
        <p:txBody>
          <a:bodyPr wrap="square" lIns="36000" rIns="36000" tIns="18000" bIns="18000" anchor="ctr">
            <a:normAutofit/>
          </a:bodyPr>
          <a:lstStyle/>
          <a:p>
            <a:pPr algn="ctr"/>
            <a:r>
              <a:rPr lang="en-US" sz="1300" b="1" dirty="0">
                <a:solidFill>
                  <a:srgbClr val="222222"/>
                </a:solidFill>
              </a:rPr>
              <a:t>mock-llm</a:t>
            </a:r>
          </a:p>
          <a:p>
            <a:pPr algn="ctr"/>
            <a:r>
              <a:rPr lang="en-US" sz="950" dirty="0">
                <a:solidFill>
                  <a:srgbClr val="6B6B6B"/>
                </a:solidFill>
              </a:rPr>
              <a:t>OpenAI API · no GPU, no key</a:t>
            </a:r>
          </a:p>
        </p:txBody>
      </p:sp>
      <p:sp>
        <p:nvSpPr>
          <p:cNvPr id="16" name="Shape 16"/>
          <p:cNvSpPr/>
          <p:nvPr/>
        </p:nvSpPr>
        <p:spPr>
          <a:xfrm>
            <a:off x="9607200" y="2150000"/>
            <a:ext cx="2000000" cy="1000000"/>
          </a:xfrm>
          <a:prstGeom prst="rect">
            <a:avLst/>
          </a:prstGeom>
          <a:solidFill>
            <a:srgbClr val="FFFFFF"/>
          </a:solidFill>
          <a:ln w="9525">
            <a:solidFill>
              <a:srgbClr val="222222"/>
            </a:solidFill>
          </a:ln>
        </p:spPr>
        <p:txBody>
          <a:bodyPr wrap="square" lIns="36000" rIns="36000" tIns="18000" bIns="18000" anchor="ctr">
            <a:normAutofit/>
          </a:bodyPr>
          <a:lstStyle/>
          <a:p>
            <a:pPr algn="ctr"/>
            <a:r>
              <a:rPr lang="en-US" sz="1300" b="1" dirty="0">
                <a:solidFill>
                  <a:srgbClr val="222222"/>
                </a:solidFill>
              </a:rPr>
              <a:t>ClickHouse</a:t>
            </a:r>
          </a:p>
          <a:p>
            <a:pPr algn="ctr"/>
            <a:r>
              <a:rPr lang="en-US" sz="950" dirty="0">
                <a:solidFill>
                  <a:srgbClr val="6B6B6B"/>
                </a:solidFill>
              </a:rPr>
              <a:t>one record / request</a:t>
            </a:r>
          </a:p>
        </p:txBody>
      </p:sp>
      <p:sp>
        <p:nvSpPr>
          <p:cNvPr id="17" name="Shape 17"/>
          <p:cNvSpPr/>
          <p:nvPr/>
        </p:nvSpPr>
        <p:spPr>
          <a:xfrm>
            <a:off x="3307200" y="4150000"/>
            <a:ext cx="3000000" cy="600000"/>
          </a:xfrm>
          <a:prstGeom prst="rect">
            <a:avLst/>
          </a:prstGeom>
          <a:solidFill>
            <a:srgbClr val="FFFFFF"/>
          </a:solidFill>
          <a:ln w="9525">
            <a:solidFill>
              <a:srgbClr val="0E41AA"/>
            </a:solidFill>
          </a:ln>
        </p:spPr>
        <p:txBody>
          <a:bodyPr wrap="square" lIns="36000" rIns="36000" tIns="18000" bIns="18000" anchor="ctr">
            <a:normAutofit/>
          </a:bodyPr>
          <a:lstStyle/>
          <a:p>
            <a:pPr algn="ctr"/>
            <a:r>
              <a:rPr lang="en-US" sz="1100" b="1" dirty="0">
                <a:solidFill>
                  <a:srgbClr val="222222"/>
                </a:solidFill>
              </a:rPr>
              <a:t>f5-cne-controller · AI gateway API</a:t>
            </a:r>
          </a:p>
        </p:txBody>
      </p:sp>
      <p:sp>
        <p:nvSpPr>
          <p:cNvPr id="18" name="Shape 18"/>
          <p:cNvSpPr/>
          <p:nvPr/>
        </p:nvSpPr>
        <p:spPr>
          <a:xfrm>
            <a:off x="7057200" y="4150000"/>
            <a:ext cx="2300000" cy="600000"/>
          </a:xfrm>
          <a:prstGeom prst="rect">
            <a:avLst/>
          </a:prstGeom>
          <a:solidFill>
            <a:srgbClr val="FFFFFF"/>
          </a:solidFill>
          <a:ln w="9525">
            <a:solidFill>
              <a:srgbClr val="0E41AA"/>
            </a:solidFill>
          </a:ln>
        </p:spPr>
        <p:txBody>
          <a:bodyPr wrap="square" lIns="36000" rIns="36000" tIns="18000" bIns="18000" anchor="ctr">
            <a:normAutofit/>
          </a:bodyPr>
          <a:lstStyle/>
          <a:p>
            <a:pPr algn="ctr"/>
            <a:r>
              <a:rPr lang="en-US" sz="1100" b="1" dirty="0">
                <a:solidFill>
                  <a:srgbClr val="222222"/>
                </a:solidFill>
              </a:rPr>
              <a:t>console (Polaris AI)</a:t>
            </a:r>
          </a:p>
        </p:txBody>
      </p:sp>
      <p:sp>
        <p:nvSpPr>
          <p:cNvPr id="19" name="Shape 19"/>
          <p:cNvSpPr/>
          <p:nvPr/>
        </p:nvSpPr>
        <p:spPr>
          <a:xfrm>
            <a:off x="9607200" y="4150000"/>
            <a:ext cx="2000000" cy="600000"/>
          </a:xfrm>
          <a:prstGeom prst="rect">
            <a:avLst/>
          </a:prstGeom>
          <a:solidFill>
            <a:srgbClr val="EAF0FA"/>
          </a:solidFill>
          <a:ln w="9525">
            <a:solidFill>
              <a:srgbClr val="0E41AA"/>
            </a:solidFill>
          </a:ln>
        </p:spPr>
        <p:txBody>
          <a:bodyPr wrap="square" lIns="36000" rIns="36000" tIns="18000" bIns="18000" anchor="ctr">
            <a:normAutofit/>
          </a:bodyPr>
          <a:lstStyle/>
          <a:p>
            <a:pPr algn="ctr"/>
            <a:r>
              <a:rPr lang="en-US" sz="1100" b="1" dirty="0">
                <a:solidFill>
                  <a:srgbClr val="0E41AA"/>
                </a:solidFill>
              </a:rPr>
              <a:t>you: localhost:3000</a:t>
            </a:r>
          </a:p>
        </p:txBody>
      </p:sp>
      <p:sp>
        <p:nvSpPr>
          <p:cNvPr id="21" name="Shape 21"/>
          <p:cNvSpPr/>
          <p:nvPr/>
        </p:nvSpPr>
        <p:spPr>
          <a:xfrm>
            <a:off x="2477200" y="2550000"/>
            <a:ext cx="580000" cy="300000"/>
          </a:xfrm>
          <a:prstGeom prst="rect">
            <a:avLst/>
          </a:prstGeom>
          <a:noFill/>
          <a:ln>
            <a:noFill/>
          </a:ln>
        </p:spPr>
        <p:txBody>
          <a:bodyPr wrap="square" lIns="0" rIns="0" tIns="0" bIns="0" anchor="t">
            <a:normAutofit/>
          </a:bodyPr>
          <a:lstStyle/>
          <a:p>
            <a:pPr algn="l"/>
            <a:r>
              <a:rPr lang="en-US" sz="900" b="1" dirty="0">
                <a:solidFill>
                  <a:srgbClr val="007A2E"/>
                </a:solidFill>
              </a:rPr>
              <a:t>BGP /32</a:t>
            </a:r>
          </a:p>
        </p:txBody>
      </p:sp>
      <p:sp>
        <p:nvSpPr>
          <p:cNvPr id="25" name="Shape 25"/>
          <p:cNvSpPr/>
          <p:nvPr/>
        </p:nvSpPr>
        <p:spPr>
          <a:xfrm>
            <a:off x="7157200" y="3520000"/>
            <a:ext cx="2400000" cy="260000"/>
          </a:xfrm>
          <a:prstGeom prst="rect">
            <a:avLst/>
          </a:prstGeom>
          <a:noFill/>
          <a:ln>
            <a:noFill/>
          </a:ln>
        </p:spPr>
        <p:txBody>
          <a:bodyPr wrap="square" lIns="0" rIns="0" tIns="0" bIns="0" anchor="t">
            <a:normAutofit/>
          </a:bodyPr>
          <a:lstStyle/>
          <a:p>
            <a:pPr algn="l"/>
            <a:r>
              <a:rPr lang="en-US" sz="850" dirty="0">
                <a:solidFill>
                  <a:srgbClr val="933CCC"/>
                </a:solidFill>
              </a:rPr>
              <a:t>a record per request, refused ones too</a:t>
            </a:r>
          </a:p>
        </p:txBody>
      </p:sp>
      <p:sp>
        <p:nvSpPr>
          <p:cNvPr id="29" name="Shape 29"/>
          <p:cNvSpPr/>
          <p:nvPr/>
        </p:nvSpPr>
        <p:spPr>
          <a:xfrm>
            <a:off x="457200" y="5050000"/>
            <a:ext cx="11274552" cy="600000"/>
          </a:xfrm>
          <a:prstGeom prst="rect">
            <a:avLst/>
          </a:prstGeom>
          <a:noFill/>
          <a:ln>
            <a:noFill/>
          </a:ln>
        </p:spPr>
        <p:txBody>
          <a:bodyPr wrap="square" lIns="0" rIns="0" tIns="0" bIns="0" anchor="t">
            <a:normAutofit/>
          </a:bodyPr>
          <a:lstStyle/>
          <a:p>
            <a:pPr algn="l"/>
            <a:r>
              <a:rPr lang="en-US" sz="1100" dirty="0">
                <a:solidFill>
                  <a:srgbClr val="6B6B6B"/>
                </a:solidFill>
              </a:rPr>
              <a:t>The llm-gateway scenario configures it through the AI gateway API, the calls the console makes: tenant demo, provider key → mock, model gpt-4o-mini, route demo-llm (Gateway, HTTPRoute, AppPolicy, AIGatewayProfile), a virtual key scoped to that model.</a:t>
            </a:r>
          </a:p>
        </p:txBody>
      </p:sp>
      <p:sp>
        <p:nvSpPr>
          <p:cNvPr id="30" name="Shape 30"/>
          <p:cNvSpPr/>
          <p:nvPr/>
        </p:nvSpPr>
        <p:spPr>
          <a:xfrm>
            <a:off x="10281752" y="130000"/>
            <a:ext cx="1450000" cy="260000"/>
          </a:xfrm>
          <a:prstGeom prst="roundRect">
            <a:avLst/>
          </a:prstGeom>
          <a:solidFill>
            <a:srgbClr val="007A2E"/>
          </a:solidFill>
          <a:ln>
            <a:noFill/>
          </a:ln>
        </p:spPr>
        <p:txBody>
          <a:bodyPr wrap="square" lIns="36000" rIns="36000" tIns="18000" bIns="18000" anchor="ctr">
            <a:normAutofit/>
          </a:bodyPr>
          <a:lstStyle/>
          <a:p>
            <a:pPr algn="ctr"/>
            <a:r>
              <a:rPr lang="en-US" sz="900" b="1" dirty="0">
                <a:solidFill>
                  <a:srgbClr val="FFFFFF"/>
                </a:solidFill>
              </a:rPr>
              <a:t>HOW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Two ways to run it</a:t>
            </a:r>
          </a:p>
        </p:txBody>
      </p:sp>
      <p:sp>
        <p:nvSpPr>
          <p:cNvPr id="4" name="Text Placeholder 3"/>
          <p:cNvSpPr>
            <a:spLocks noGrp="1"/>
          </p:cNvSpPr>
          <p:nvPr>
            <p:ph type="body" sz="quarter" idx="17"/>
          </p:nvPr>
        </p:nvSpPr>
        <p:spPr/>
        <p:txBody>
          <a:bodyPr/>
          <a:lstStyle/>
          <a:p>
            <a:r>
              <a:rPr lang="en-US" dirty="0"/>
              <a:t>The same ocibnkctl commands, typed by you or run by an agent that reads AGENTS.md</a:t>
            </a:r>
          </a:p>
        </p:txBody>
      </p:sp>
      <p:sp>
        <p:nvSpPr>
          <p:cNvPr id="12" name="Shape 12"/>
          <p:cNvSpPr/>
          <p:nvPr/>
        </p:nvSpPr>
        <p:spPr>
          <a:xfrm>
            <a:off x="457200" y="1800000"/>
            <a:ext cx="5487276" cy="2050000"/>
          </a:xfrm>
          <a:prstGeom prst="rect">
            <a:avLst/>
          </a:prstGeom>
          <a:solidFill>
            <a:srgbClr val="FFFFFF"/>
          </a:solidFill>
          <a:ln w="9525">
            <a:solidFill>
              <a:srgbClr val="A6A6A6"/>
            </a:solidFill>
          </a:ln>
        </p:spPr>
        <p:txBody>
          <a:bodyPr wrap="square" lIns="36000" rIns="36000" tIns="18000" bIns="18000" anchor="ctr">
            <a:normAutofit/>
          </a:bodyPr>
          <a:lstStyle/>
          <a:p>
            <a:endParaRPr lang="en-US" dirty="0"/>
          </a:p>
        </p:txBody>
      </p:sp>
      <p:sp>
        <p:nvSpPr>
          <p:cNvPr id="15" name="Shape 15"/>
          <p:cNvSpPr/>
          <p:nvPr/>
        </p:nvSpPr>
        <p:spPr>
          <a:xfrm>
            <a:off x="6244476" y="1800000"/>
            <a:ext cx="5487276" cy="2050000"/>
          </a:xfrm>
          <a:prstGeom prst="rect">
            <a:avLst/>
          </a:prstGeom>
          <a:solidFill>
            <a:srgbClr val="FFFFFF"/>
          </a:solidFill>
          <a:ln w="9525">
            <a:solidFill>
              <a:srgbClr val="A6A6A6"/>
            </a:solidFill>
          </a:ln>
        </p:spPr>
        <p:txBody>
          <a:bodyPr wrap="square" lIns="36000" rIns="36000" tIns="18000" bIns="18000" anchor="ctr">
            <a:normAutofit/>
          </a:bodyPr>
          <a:lstStyle/>
          <a:p>
            <a:endParaRPr lang="en-US" dirty="0"/>
          </a:p>
        </p:txBody>
      </p:sp>
      <p:sp>
        <p:nvSpPr>
          <p:cNvPr id="17" name="Shape 17"/>
          <p:cNvSpPr/>
          <p:nvPr/>
        </p:nvSpPr>
        <p:spPr>
          <a:xfrm>
            <a:off x="457200" y="4050000"/>
            <a:ext cx="5547276" cy="1450000"/>
          </a:xfrm>
          <a:prstGeom prst="rect">
            <a:avLst/>
          </a:prstGeom>
          <a:solidFill>
            <a:srgbClr val="FFFFFF"/>
          </a:solidFill>
          <a:ln w="9525">
            <a:solidFill>
              <a:srgbClr val="007A2E"/>
            </a:solidFill>
          </a:ln>
        </p:spPr>
        <p:txBody>
          <a:bodyPr wrap="square" lIns="36000" rIns="36000" tIns="18000" bIns="18000" anchor="ctr">
            <a:normAutofit/>
          </a:bodyPr>
          <a:lstStyle/>
          <a:p>
            <a:endParaRPr lang="en-US" dirty="0"/>
          </a:p>
        </p:txBody>
      </p:sp>
      <p:sp>
        <p:nvSpPr>
          <p:cNvPr id="18" name="Shape 18"/>
          <p:cNvSpPr/>
          <p:nvPr/>
        </p:nvSpPr>
        <p:spPr>
          <a:xfrm>
            <a:off x="457200" y="4050000"/>
            <a:ext cx="5547276" cy="60000"/>
          </a:xfrm>
          <a:prstGeom prst="rect">
            <a:avLst/>
          </a:prstGeom>
          <a:solidFill>
            <a:srgbClr val="007A2E"/>
          </a:solidFill>
          <a:ln>
            <a:noFill/>
          </a:ln>
        </p:spPr>
        <p:txBody>
          <a:bodyPr wrap="square" lIns="36000" rIns="36000" tIns="18000" bIns="18000" anchor="ctr">
            <a:normAutofit/>
          </a:bodyPr>
          <a:lstStyle/>
          <a:p>
            <a:endParaRPr lang="en-US" dirty="0"/>
          </a:p>
        </p:txBody>
      </p:sp>
      <p:sp>
        <p:nvSpPr>
          <p:cNvPr id="21" name="Shape 21"/>
          <p:cNvSpPr/>
          <p:nvPr/>
        </p:nvSpPr>
        <p:spPr>
          <a:xfrm>
            <a:off x="6184476" y="4050000"/>
            <a:ext cx="5547276" cy="1450000"/>
          </a:xfrm>
          <a:prstGeom prst="rect">
            <a:avLst/>
          </a:prstGeom>
          <a:solidFill>
            <a:srgbClr val="FFFFFF"/>
          </a:solidFill>
          <a:ln w="9525">
            <a:solidFill>
              <a:srgbClr val="0E41AA"/>
            </a:solidFill>
          </a:ln>
        </p:spPr>
        <p:txBody>
          <a:bodyPr wrap="square" lIns="36000" rIns="36000" tIns="18000" bIns="18000" anchor="ctr">
            <a:normAutofit/>
          </a:bodyPr>
          <a:lstStyle/>
          <a:p>
            <a:endParaRPr lang="en-US" dirty="0"/>
          </a:p>
        </p:txBody>
      </p:sp>
      <p:sp>
        <p:nvSpPr>
          <p:cNvPr id="22" name="Shape 22"/>
          <p:cNvSpPr/>
          <p:nvPr/>
        </p:nvSpPr>
        <p:spPr>
          <a:xfrm>
            <a:off x="6184476" y="4050000"/>
            <a:ext cx="5547276" cy="60000"/>
          </a:xfrm>
          <a:prstGeom prst="rect">
            <a:avLst/>
          </a:prstGeom>
          <a:solidFill>
            <a:srgbClr val="0E41AA"/>
          </a:solidFill>
          <a:ln>
            <a:noFill/>
          </a:ln>
        </p:spPr>
        <p:txBody>
          <a:bodyPr wrap="square" lIns="36000" rIns="36000" tIns="18000" bIns="18000" anchor="ctr">
            <a:normAutofit/>
          </a:bodyPr>
          <a:lstStyle/>
          <a:p>
            <a:endParaRPr lang="en-US" dirty="0"/>
          </a:p>
        </p:txBody>
      </p:sp>
      <p:sp>
        <p:nvSpPr>
          <p:cNvPr id="11" name="Shape 11"/>
          <p:cNvSpPr/>
          <p:nvPr/>
        </p:nvSpPr>
        <p:spPr>
          <a:xfrm>
            <a:off x="457200" y="1400000"/>
            <a:ext cx="5487276" cy="350000"/>
          </a:xfrm>
          <a:prstGeom prst="rect">
            <a:avLst/>
          </a:prstGeom>
          <a:noFill/>
          <a:ln>
            <a:noFill/>
          </a:ln>
        </p:spPr>
        <p:txBody>
          <a:bodyPr wrap="square" lIns="0" rIns="0" tIns="0" bIns="0" anchor="t">
            <a:normAutofit/>
          </a:bodyPr>
          <a:lstStyle/>
          <a:p>
            <a:pPr algn="l"/>
            <a:r>
              <a:rPr lang="en-US" sz="1500" b="1" dirty="0">
                <a:solidFill>
                  <a:srgbClr val="007A2E"/>
                </a:solidFill>
              </a:rPr>
              <a:t>By hand: four steps, ~30 min the first time</a:t>
            </a:r>
          </a:p>
        </p:txBody>
      </p:sp>
      <p:sp>
        <p:nvSpPr>
          <p:cNvPr id="13" name="Shape 13"/>
          <p:cNvSpPr/>
          <p:nvPr/>
        </p:nvSpPr>
        <p:spPr>
          <a:xfrm>
            <a:off x="607200" y="1920000"/>
            <a:ext cx="5187276" cy="1810000"/>
          </a:xfrm>
          <a:prstGeom prst="rect">
            <a:avLst/>
          </a:prstGeom>
          <a:noFill/>
          <a:ln>
            <a:noFill/>
          </a:ln>
        </p:spPr>
        <p:txBody>
          <a:bodyPr wrap="square" lIns="0" rIns="0" tIns="0" bIns="0" anchor="t">
            <a:normAutofit/>
          </a:bodyPr>
          <a:lstStyle/>
          <a:p>
            <a:pPr algn="l"/>
            <a:r>
              <a:rPr lang="en-US" sz="1150" dirty="0">
                <a:solidFill>
                  <a:srgbClr val="222222"/>
                </a:solidFill>
                <a:latin typeface="Courier New"/>
              </a:rPr>
              <a:t>ocibnkctl init llmdemo --profile llm-gateway</a:t>
            </a:r>
          </a:p>
          <a:p>
            <a:pPr algn="l"/>
            <a:r>
              <a:rPr lang="en-US" sz="1150" dirty="0">
                <a:solidFill>
                  <a:srgbClr val="222222"/>
                </a:solidFill>
                <a:latin typeface="Courier New"/>
              </a:rPr>
              <a:t>cd llmdemo</a:t>
            </a:r>
          </a:p>
          <a:p>
            <a:pPr algn="l"/>
            <a:r>
              <a:rPr lang="en-US" sz="1150" dirty="0">
                <a:solidFill>
                  <a:srgbClr val="007A2E"/>
                </a:solidFill>
                <a:latin typeface="Courier New"/>
              </a:rPr>
              <a:t># your F5 FAR key + license JWT</a:t>
            </a:r>
          </a:p>
          <a:p>
            <a:pPr algn="l"/>
            <a:r>
              <a:rPr lang="en-US" sz="1150" dirty="0">
                <a:solidFill>
                  <a:srgbClr val="222222"/>
                </a:solidFill>
                <a:latin typeface="Courier New"/>
              </a:rPr>
              <a:t>cp …/f5-far-auth-key.tgz keys/</a:t>
            </a:r>
          </a:p>
          <a:p>
            <a:pPr algn="l"/>
            <a:r>
              <a:rPr lang="en-US" sz="1150" dirty="0">
                <a:solidFill>
                  <a:srgbClr val="222222"/>
                </a:solidFill>
                <a:latin typeface="Courier New"/>
              </a:rPr>
              <a:t>cp …/license.jwt keys/.jwt</a:t>
            </a:r>
          </a:p>
          <a:p>
            <a:pPr algn="l"/>
            <a:r>
              <a:rPr lang="en-US" sz="1150" dirty="0">
                <a:solidFill>
                  <a:srgbClr val="222222"/>
                </a:solidFill>
                <a:latin typeface="Courier New"/>
              </a:rPr>
              <a:t>ocibnkctl doctor &amp;&amp; ocibnkctl validate</a:t>
            </a:r>
          </a:p>
          <a:p>
            <a:pPr algn="l"/>
            <a:r>
              <a:rPr lang="en-US" sz="1150" dirty="0">
                <a:solidFill>
                  <a:srgbClr val="222222"/>
                </a:solidFill>
                <a:latin typeface="Courier New"/>
              </a:rPr>
              <a:t>ocibnkctl e2e --yolo \</a:t>
            </a:r>
          </a:p>
          <a:p>
            <a:pPr algn="l"/>
            <a:r>
              <a:rPr lang="en-US" sz="1150" dirty="0">
                <a:solidFill>
                  <a:srgbClr val="222222"/>
                </a:solidFill>
                <a:latin typeface="Courier New"/>
              </a:rPr>
              <a:t>  --confirm-cluster llmdemo --with-scenarios</a:t>
            </a:r>
          </a:p>
        </p:txBody>
      </p:sp>
      <p:sp>
        <p:nvSpPr>
          <p:cNvPr id="14" name="Shape 14"/>
          <p:cNvSpPr/>
          <p:nvPr/>
        </p:nvSpPr>
        <p:spPr>
          <a:xfrm>
            <a:off x="6244476" y="1400000"/>
            <a:ext cx="5487276" cy="350000"/>
          </a:xfrm>
          <a:prstGeom prst="rect">
            <a:avLst/>
          </a:prstGeom>
          <a:noFill/>
          <a:ln>
            <a:noFill/>
          </a:ln>
        </p:spPr>
        <p:txBody>
          <a:bodyPr wrap="square" lIns="0" rIns="0" tIns="0" bIns="0" anchor="t">
            <a:normAutofit/>
          </a:bodyPr>
          <a:lstStyle/>
          <a:p>
            <a:pPr algn="l"/>
            <a:r>
              <a:rPr lang="en-US" sz="1500" b="1" dirty="0">
                <a:solidFill>
                  <a:srgbClr val="0E41AA"/>
                </a:solidFill>
              </a:rPr>
              <a:t>With a coding agent: ask in plain words</a:t>
            </a:r>
          </a:p>
        </p:txBody>
      </p:sp>
      <p:sp>
        <p:nvSpPr>
          <p:cNvPr id="16" name="Shape 16"/>
          <p:cNvSpPr/>
          <p:nvPr/>
        </p:nvSpPr>
        <p:spPr>
          <a:xfrm>
            <a:off x="6394476" y="1920000"/>
            <a:ext cx="5187276" cy="1810000"/>
          </a:xfrm>
          <a:prstGeom prst="rect">
            <a:avLst/>
          </a:prstGeom>
          <a:noFill/>
          <a:ln>
            <a:noFill/>
          </a:ln>
        </p:spPr>
        <p:txBody>
          <a:bodyPr wrap="square" lIns="0" rIns="0" tIns="0" bIns="0" anchor="t">
            <a:normAutofit/>
          </a:bodyPr>
          <a:lstStyle/>
          <a:p>
            <a:pPr algn="l"/>
            <a:r>
              <a:rPr lang="en-US" sz="1150" dirty="0">
                <a:solidFill>
                  <a:srgbClr val="007A2E"/>
                </a:solidFill>
                <a:latin typeface="Courier New"/>
              </a:rPr>
              <a:t># in the PoC directory: it reads AGENTS.md</a:t>
            </a:r>
          </a:p>
          <a:p>
            <a:pPr algn="l"/>
            <a:r>
              <a:rPr lang="en-US" sz="1150" dirty="0">
                <a:solidFill>
                  <a:srgbClr val="222222"/>
                </a:solidFill>
                <a:latin typeface="Courier New"/>
              </a:rPr>
              <a:t>cd llmdemo &amp;&amp; claude</a:t>
            </a:r>
          </a:p>
          <a:p>
            <a:pPr algn="l"/>
            <a:r>
              <a:rPr lang="en-US" sz="1150" dirty="0">
                <a:solidFill>
                  <a:srgbClr val="222222"/>
                </a:solidFill>
                <a:latin typeface="Courier New"/>
              </a:rPr>
              <a:t> </a:t>
            </a:r>
          </a:p>
          <a:p>
            <a:pPr algn="l"/>
            <a:r>
              <a:rPr lang="en-US" sz="1150" dirty="0">
                <a:solidFill>
                  <a:srgbClr val="222222"/>
                </a:solidFill>
                <a:latin typeface="Courier New"/>
              </a:rPr>
              <a:t>&gt; Deploy the LLM gateway demo in this</a:t>
            </a:r>
          </a:p>
          <a:p>
            <a:pPr algn="l"/>
            <a:r>
              <a:rPr lang="en-US" sz="1150" dirty="0">
                <a:solidFill>
                  <a:srgbClr val="222222"/>
                </a:solidFill>
                <a:latin typeface="Courier New"/>
              </a:rPr>
              <a:t>  PoC end to end and prove it works.</a:t>
            </a:r>
          </a:p>
          <a:p>
            <a:pPr algn="l"/>
            <a:r>
              <a:rPr lang="en-US" sz="1150" dirty="0">
                <a:solidFill>
                  <a:srgbClr val="222222"/>
                </a:solidFill>
                <a:latin typeface="Courier New"/>
              </a:rPr>
              <a:t>  Check the host first and tell me what</a:t>
            </a:r>
          </a:p>
          <a:p>
            <a:pPr algn="l"/>
            <a:r>
              <a:rPr lang="en-US" sz="1150" dirty="0">
                <a:solidFill>
                  <a:srgbClr val="222222"/>
                </a:solidFill>
                <a:latin typeface="Courier New"/>
              </a:rPr>
              <a:t>  you are about to run before anything</a:t>
            </a:r>
          </a:p>
          <a:p>
            <a:pPr algn="l"/>
            <a:r>
              <a:rPr lang="en-US" sz="1150" dirty="0">
                <a:solidFill>
                  <a:srgbClr val="222222"/>
                </a:solidFill>
                <a:latin typeface="Courier New"/>
              </a:rPr>
              <a:t>  destructive.</a:t>
            </a:r>
          </a:p>
        </p:txBody>
      </p:sp>
      <p:sp>
        <p:nvSpPr>
          <p:cNvPr id="19" name="Shape 19"/>
          <p:cNvSpPr/>
          <p:nvPr/>
        </p:nvSpPr>
        <p:spPr>
          <a:xfrm>
            <a:off x="607200" y="4190000"/>
            <a:ext cx="5247276" cy="345000"/>
          </a:xfrm>
          <a:prstGeom prst="rect">
            <a:avLst/>
          </a:prstGeom>
          <a:noFill/>
          <a:ln>
            <a:noFill/>
          </a:ln>
        </p:spPr>
        <p:txBody>
          <a:bodyPr wrap="square" lIns="0" rIns="0" tIns="0" bIns="0" anchor="t">
            <a:normAutofit/>
          </a:bodyPr>
          <a:lstStyle/>
          <a:p>
            <a:pPr algn="l"/>
            <a:r>
              <a:rPr lang="en-US" sz="1500" b="1" dirty="0">
                <a:solidFill>
                  <a:srgbClr val="007A2E"/>
                </a:solidFill>
              </a:rPr>
              <a:t>The profile seeds poc.yaml</a:t>
            </a:r>
          </a:p>
        </p:txBody>
      </p:sp>
      <p:sp>
        <p:nvSpPr>
          <p:cNvPr id="20" name="Shape 20"/>
          <p:cNvSpPr/>
          <p:nvPr/>
        </p:nvSpPr>
        <p:spPr>
          <a:xfrm>
            <a:off x="607200" y="4585000"/>
            <a:ext cx="5247276" cy="855000"/>
          </a:xfrm>
          <a:prstGeom prst="rect">
            <a:avLst/>
          </a:prstGeom>
          <a:noFill/>
          <a:ln>
            <a:noFill/>
          </a:ln>
        </p:spPr>
        <p:txBody>
          <a:bodyPr wrap="square" lIns="0" rIns="0" tIns="0" bIns="0" anchor="t">
            <a:normAutofit/>
          </a:bodyPr>
          <a:lstStyle/>
          <a:p>
            <a:pPr algn="l"/>
            <a:r>
              <a:rPr lang="en-US" sz="1400" dirty="0">
                <a:solidFill>
                  <a:srgbClr val="222222"/>
                </a:solidFill>
              </a:rPr>
              <a:t>• ai_gateway on, with metrics; anycast-bgp data plane</a:t>
            </a:r>
          </a:p>
          <a:p>
            <a:pPr algn="l"/>
            <a:r>
              <a:rPr lang="en-US" sz="1400" dirty="0">
                <a:solidFill>
                  <a:srgbClr val="222222"/>
                </a:solidFill>
              </a:rPr>
              <a:t>• scenarios: bgp-peer-frr, llm-gateway</a:t>
            </a:r>
          </a:p>
        </p:txBody>
      </p:sp>
      <p:sp>
        <p:nvSpPr>
          <p:cNvPr id="23" name="Shape 23"/>
          <p:cNvSpPr/>
          <p:nvPr/>
        </p:nvSpPr>
        <p:spPr>
          <a:xfrm>
            <a:off x="6334476" y="4190000"/>
            <a:ext cx="5247276" cy="345000"/>
          </a:xfrm>
          <a:prstGeom prst="rect">
            <a:avLst/>
          </a:prstGeom>
          <a:noFill/>
          <a:ln>
            <a:noFill/>
          </a:ln>
        </p:spPr>
        <p:txBody>
          <a:bodyPr wrap="square" lIns="0" rIns="0" tIns="0" bIns="0" anchor="t">
            <a:normAutofit/>
          </a:bodyPr>
          <a:lstStyle/>
          <a:p>
            <a:pPr algn="l"/>
            <a:r>
              <a:rPr lang="en-US" sz="1500" b="1" dirty="0">
                <a:solidFill>
                  <a:srgbClr val="0E41AA"/>
                </a:solidFill>
              </a:rPr>
              <a:t>AGENTS.md tells the agent</a:t>
            </a:r>
          </a:p>
        </p:txBody>
      </p:sp>
      <p:sp>
        <p:nvSpPr>
          <p:cNvPr id="24" name="Shape 24"/>
          <p:cNvSpPr/>
          <p:nvPr/>
        </p:nvSpPr>
        <p:spPr>
          <a:xfrm>
            <a:off x="6334476" y="4585000"/>
            <a:ext cx="5247276" cy="855000"/>
          </a:xfrm>
          <a:prstGeom prst="rect">
            <a:avLst/>
          </a:prstGeom>
          <a:noFill/>
          <a:ln>
            <a:noFill/>
          </a:ln>
        </p:spPr>
        <p:txBody>
          <a:bodyPr wrap="square" lIns="0" rIns="0" tIns="0" bIns="0" anchor="t">
            <a:normAutofit/>
          </a:bodyPr>
          <a:lstStyle/>
          <a:p>
            <a:pPr algn="l"/>
            <a:r>
              <a:rPr lang="en-US" sz="1400" dirty="0">
                <a:solidFill>
                  <a:srgbClr val="222222"/>
                </a:solidFill>
              </a:rPr>
              <a:t>• what to run and check, what to report</a:t>
            </a:r>
          </a:p>
          <a:p>
            <a:pPr algn="l"/>
            <a:r>
              <a:rPr lang="en-US" sz="1400" dirty="0">
                <a:solidFill>
                  <a:srgbClr val="222222"/>
                </a:solidFill>
              </a:rPr>
              <a:t>• which files are secret; the --confirm gate is yours</a:t>
            </a:r>
          </a:p>
        </p:txBody>
      </p:sp>
      <p:sp>
        <p:nvSpPr>
          <p:cNvPr id="25" name="Shape 25"/>
          <p:cNvSpPr/>
          <p:nvPr/>
        </p:nvSpPr>
        <p:spPr>
          <a:xfrm>
            <a:off x="10281752" y="130000"/>
            <a:ext cx="1450000" cy="260000"/>
          </a:xfrm>
          <a:prstGeom prst="roundRect">
            <a:avLst/>
          </a:prstGeom>
          <a:solidFill>
            <a:srgbClr val="007A2E"/>
          </a:solidFill>
          <a:ln>
            <a:noFill/>
          </a:ln>
        </p:spPr>
        <p:txBody>
          <a:bodyPr wrap="square" lIns="36000" rIns="36000" tIns="18000" bIns="18000" anchor="ctr">
            <a:normAutofit/>
          </a:bodyPr>
          <a:lstStyle/>
          <a:p>
            <a:pPr algn="ctr"/>
            <a:r>
              <a:rPr lang="en-US" sz="900" b="1" dirty="0">
                <a:solidFill>
                  <a:srgbClr val="FFFFFF"/>
                </a:solidFill>
              </a:rPr>
              <a:t>HOW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Proof: every check green, on arm64, run by an agent</a:t>
            </a:r>
          </a:p>
        </p:txBody>
      </p:sp>
      <p:sp>
        <p:nvSpPr>
          <p:cNvPr id="4" name="Text Placeholder 3"/>
          <p:cNvSpPr>
            <a:spLocks noGrp="1"/>
          </p:cNvSpPr>
          <p:nvPr>
            <p:ph type="body" sz="quarter" idx="17"/>
          </p:nvPr>
        </p:nvSpPr>
        <p:spPr/>
        <p:txBody>
          <a:bodyPr/>
          <a:lstStyle/>
          <a:p>
            <a:r>
              <a:rPr lang="en-US" dirty="0"/>
              <a:t>gx10 · arm64 · agent: a fresh clone, driven by Claude Code from AGENTS.md; lake1 · x86_64 as reference</a:t>
            </a:r>
          </a:p>
        </p:txBody>
      </p:sp>
      <p:sp>
        <p:nvSpPr>
          <p:cNvPr id="35" name="Shape 35"/>
          <p:cNvSpPr/>
          <p:nvPr/>
        </p:nvSpPr>
        <p:spPr>
          <a:xfrm>
            <a:off x="457200" y="4180000"/>
            <a:ext cx="5547276" cy="1220000"/>
          </a:xfrm>
          <a:prstGeom prst="rect">
            <a:avLst/>
          </a:prstGeom>
          <a:solidFill>
            <a:srgbClr val="FFFFFF"/>
          </a:solidFill>
          <a:ln w="9525">
            <a:solidFill>
              <a:srgbClr val="933CCC"/>
            </a:solidFill>
          </a:ln>
        </p:spPr>
        <p:txBody>
          <a:bodyPr wrap="square" lIns="36000" rIns="36000" tIns="18000" bIns="18000" anchor="ctr">
            <a:normAutofit/>
          </a:bodyPr>
          <a:lstStyle/>
          <a:p>
            <a:endParaRPr lang="en-US" dirty="0"/>
          </a:p>
        </p:txBody>
      </p:sp>
      <p:sp>
        <p:nvSpPr>
          <p:cNvPr id="36" name="Shape 36"/>
          <p:cNvSpPr/>
          <p:nvPr/>
        </p:nvSpPr>
        <p:spPr>
          <a:xfrm>
            <a:off x="457200" y="4180000"/>
            <a:ext cx="5547276" cy="60000"/>
          </a:xfrm>
          <a:prstGeom prst="rect">
            <a:avLst/>
          </a:prstGeom>
          <a:solidFill>
            <a:srgbClr val="933CCC"/>
          </a:solidFill>
          <a:ln>
            <a:noFill/>
          </a:ln>
        </p:spPr>
        <p:txBody>
          <a:bodyPr wrap="square" lIns="36000" rIns="36000" tIns="18000" bIns="18000" anchor="ctr">
            <a:normAutofit/>
          </a:bodyPr>
          <a:lstStyle/>
          <a:p>
            <a:endParaRPr lang="en-US" dirty="0"/>
          </a:p>
        </p:txBody>
      </p:sp>
      <p:sp>
        <p:nvSpPr>
          <p:cNvPr id="39" name="Shape 39"/>
          <p:cNvSpPr/>
          <p:nvPr/>
        </p:nvSpPr>
        <p:spPr>
          <a:xfrm>
            <a:off x="6184476" y="4180000"/>
            <a:ext cx="5547276" cy="1220000"/>
          </a:xfrm>
          <a:prstGeom prst="rect">
            <a:avLst/>
          </a:prstGeom>
          <a:solidFill>
            <a:srgbClr val="FFFFFF"/>
          </a:solidFill>
          <a:ln w="9525">
            <a:solidFill>
              <a:srgbClr val="007A2E"/>
            </a:solidFill>
          </a:ln>
        </p:spPr>
        <p:txBody>
          <a:bodyPr wrap="square" lIns="36000" rIns="36000" tIns="18000" bIns="18000" anchor="ctr">
            <a:normAutofit/>
          </a:bodyPr>
          <a:lstStyle/>
          <a:p>
            <a:endParaRPr lang="en-US" dirty="0"/>
          </a:p>
        </p:txBody>
      </p:sp>
      <p:sp>
        <p:nvSpPr>
          <p:cNvPr id="40" name="Shape 40"/>
          <p:cNvSpPr/>
          <p:nvPr/>
        </p:nvSpPr>
        <p:spPr>
          <a:xfrm>
            <a:off x="6184476" y="4180000"/>
            <a:ext cx="5547276" cy="60000"/>
          </a:xfrm>
          <a:prstGeom prst="rect">
            <a:avLst/>
          </a:prstGeom>
          <a:solidFill>
            <a:srgbClr val="007A2E"/>
          </a:solidFill>
          <a:ln>
            <a:noFill/>
          </a:ln>
        </p:spPr>
        <p:txBody>
          <a:bodyPr wrap="square" lIns="36000" rIns="36000" tIns="18000" bIns="18000" anchor="ctr">
            <a:normAutofit/>
          </a:bodyPr>
          <a:lstStyle/>
          <a:p>
            <a:endParaRPr lang="en-US" dirty="0"/>
          </a:p>
        </p:txBody>
      </p:sp>
      <p:sp>
        <p:nvSpPr>
          <p:cNvPr id="11" name="Shape 11"/>
          <p:cNvSpPr/>
          <p:nvPr/>
        </p:nvSpPr>
        <p:spPr>
          <a:xfrm>
            <a:off x="457200" y="1400000"/>
            <a:ext cx="6574552" cy="320000"/>
          </a:xfrm>
          <a:prstGeom prst="rect">
            <a:avLst/>
          </a:prstGeom>
          <a:solidFill>
            <a:srgbClr val="222222"/>
          </a:solidFill>
          <a:ln>
            <a:noFill/>
          </a:ln>
        </p:spPr>
        <p:txBody>
          <a:bodyPr wrap="square" lIns="60000" rIns="60000" tIns="30000" bIns="30000" anchor="ctr">
            <a:normAutofit/>
          </a:bodyPr>
          <a:lstStyle/>
          <a:p>
            <a:pPr algn="l"/>
            <a:r>
              <a:rPr lang="en-US" sz="1050" b="1" dirty="0">
                <a:solidFill>
                  <a:srgbClr val="FFFFFF"/>
                </a:solidFill>
              </a:rPr>
              <a:t>Check, from a client outside the cluster</a:t>
            </a:r>
          </a:p>
        </p:txBody>
      </p:sp>
      <p:sp>
        <p:nvSpPr>
          <p:cNvPr id="12" name="Shape 12"/>
          <p:cNvSpPr/>
          <p:nvPr/>
        </p:nvSpPr>
        <p:spPr>
          <a:xfrm>
            <a:off x="7031752" y="1400000"/>
            <a:ext cx="2350000" cy="320000"/>
          </a:xfrm>
          <a:prstGeom prst="rect">
            <a:avLst/>
          </a:prstGeom>
          <a:solidFill>
            <a:srgbClr val="222222"/>
          </a:solidFill>
          <a:ln>
            <a:noFill/>
          </a:ln>
        </p:spPr>
        <p:txBody>
          <a:bodyPr wrap="square" lIns="60000" rIns="60000" tIns="30000" bIns="30000" anchor="ctr">
            <a:normAutofit/>
          </a:bodyPr>
          <a:lstStyle/>
          <a:p>
            <a:pPr algn="l"/>
            <a:r>
              <a:rPr lang="en-US" sz="1050" b="1" dirty="0">
                <a:solidFill>
                  <a:srgbClr val="FFFFFF"/>
                </a:solidFill>
              </a:rPr>
              <a:t>gx10 · arm64 · agent</a:t>
            </a:r>
          </a:p>
        </p:txBody>
      </p:sp>
      <p:sp>
        <p:nvSpPr>
          <p:cNvPr id="13" name="Shape 13"/>
          <p:cNvSpPr/>
          <p:nvPr/>
        </p:nvSpPr>
        <p:spPr>
          <a:xfrm>
            <a:off x="9381752" y="1400000"/>
            <a:ext cx="2350000" cy="320000"/>
          </a:xfrm>
          <a:prstGeom prst="rect">
            <a:avLst/>
          </a:prstGeom>
          <a:solidFill>
            <a:srgbClr val="222222"/>
          </a:solidFill>
          <a:ln>
            <a:noFill/>
          </a:ln>
        </p:spPr>
        <p:txBody>
          <a:bodyPr wrap="square" lIns="60000" rIns="60000" tIns="30000" bIns="30000" anchor="ctr">
            <a:normAutofit/>
          </a:bodyPr>
          <a:lstStyle/>
          <a:p>
            <a:pPr algn="l"/>
            <a:r>
              <a:rPr lang="en-US" sz="1050" b="1" dirty="0">
                <a:solidFill>
                  <a:srgbClr val="FFFFFF"/>
                </a:solidFill>
              </a:rPr>
              <a:t>lake1 · x86_64</a:t>
            </a:r>
          </a:p>
        </p:txBody>
      </p:sp>
      <p:sp>
        <p:nvSpPr>
          <p:cNvPr id="14" name="Shape 14"/>
          <p:cNvSpPr/>
          <p:nvPr/>
        </p:nvSpPr>
        <p:spPr>
          <a:xfrm>
            <a:off x="457200" y="1720000"/>
            <a:ext cx="6574552"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222222"/>
                </a:solidFill>
              </a:rPr>
              <a:t>TMM has the demo-llm virtual server on 203.0.113.140:80</a:t>
            </a:r>
          </a:p>
        </p:txBody>
      </p:sp>
      <p:sp>
        <p:nvSpPr>
          <p:cNvPr id="15" name="Shape 15"/>
          <p:cNvSpPr/>
          <p:nvPr/>
        </p:nvSpPr>
        <p:spPr>
          <a:xfrm>
            <a:off x="7031752" y="172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16" name="Shape 16"/>
          <p:cNvSpPr/>
          <p:nvPr/>
        </p:nvSpPr>
        <p:spPr>
          <a:xfrm>
            <a:off x="9381752" y="172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17" name="Shape 17"/>
          <p:cNvSpPr/>
          <p:nvPr/>
        </p:nvSpPr>
        <p:spPr>
          <a:xfrm>
            <a:off x="457200" y="2050000"/>
            <a:ext cx="6574552"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222222"/>
                </a:solidFill>
              </a:rPr>
              <a:t>edge learned 203.0.113.140/32 from TMM over BGP</a:t>
            </a:r>
          </a:p>
        </p:txBody>
      </p:sp>
      <p:sp>
        <p:nvSpPr>
          <p:cNvPr id="18" name="Shape 18"/>
          <p:cNvSpPr/>
          <p:nvPr/>
        </p:nvSpPr>
        <p:spPr>
          <a:xfrm>
            <a:off x="7031752" y="205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19" name="Shape 19"/>
          <p:cNvSpPr/>
          <p:nvPr/>
        </p:nvSpPr>
        <p:spPr>
          <a:xfrm>
            <a:off x="9381752" y="205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0" name="Shape 20"/>
          <p:cNvSpPr/>
          <p:nvPr/>
        </p:nvSpPr>
        <p:spPr>
          <a:xfrm>
            <a:off x="457200" y="2380000"/>
            <a:ext cx="6574552"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222222"/>
                </a:solidFill>
              </a:rPr>
              <a:t>virtual key + allowed model → 200 with a usage block</a:t>
            </a:r>
          </a:p>
        </p:txBody>
      </p:sp>
      <p:sp>
        <p:nvSpPr>
          <p:cNvPr id="21" name="Shape 21"/>
          <p:cNvSpPr/>
          <p:nvPr/>
        </p:nvSpPr>
        <p:spPr>
          <a:xfrm>
            <a:off x="7031752" y="238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2" name="Shape 22"/>
          <p:cNvSpPr/>
          <p:nvPr/>
        </p:nvSpPr>
        <p:spPr>
          <a:xfrm>
            <a:off x="9381752" y="238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3" name="Shape 23"/>
          <p:cNvSpPr/>
          <p:nvPr/>
        </p:nvSpPr>
        <p:spPr>
          <a:xfrm>
            <a:off x="457200" y="2710000"/>
            <a:ext cx="6574552"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222222"/>
                </a:solidFill>
              </a:rPr>
              <a:t>wrong key → 401</a:t>
            </a:r>
          </a:p>
        </p:txBody>
      </p:sp>
      <p:sp>
        <p:nvSpPr>
          <p:cNvPr id="24" name="Shape 24"/>
          <p:cNvSpPr/>
          <p:nvPr/>
        </p:nvSpPr>
        <p:spPr>
          <a:xfrm>
            <a:off x="7031752" y="271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5" name="Shape 25"/>
          <p:cNvSpPr/>
          <p:nvPr/>
        </p:nvSpPr>
        <p:spPr>
          <a:xfrm>
            <a:off x="9381752" y="271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6" name="Shape 26"/>
          <p:cNvSpPr/>
          <p:nvPr/>
        </p:nvSpPr>
        <p:spPr>
          <a:xfrm>
            <a:off x="457200" y="3040000"/>
            <a:ext cx="6574552"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222222"/>
                </a:solidFill>
              </a:rPr>
              <a:t>no key → 401</a:t>
            </a:r>
          </a:p>
        </p:txBody>
      </p:sp>
      <p:sp>
        <p:nvSpPr>
          <p:cNvPr id="27" name="Shape 27"/>
          <p:cNvSpPr/>
          <p:nvPr/>
        </p:nvSpPr>
        <p:spPr>
          <a:xfrm>
            <a:off x="7031752" y="304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8" name="Shape 28"/>
          <p:cNvSpPr/>
          <p:nvPr/>
        </p:nvSpPr>
        <p:spPr>
          <a:xfrm>
            <a:off x="9381752" y="304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29" name="Shape 29"/>
          <p:cNvSpPr/>
          <p:nvPr/>
        </p:nvSpPr>
        <p:spPr>
          <a:xfrm>
            <a:off x="457200" y="3370000"/>
            <a:ext cx="6574552"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222222"/>
                </a:solidFill>
              </a:rPr>
              <a:t>model outside the key’s scope → 403</a:t>
            </a:r>
          </a:p>
        </p:txBody>
      </p:sp>
      <p:sp>
        <p:nvSpPr>
          <p:cNvPr id="30" name="Shape 30"/>
          <p:cNvSpPr/>
          <p:nvPr/>
        </p:nvSpPr>
        <p:spPr>
          <a:xfrm>
            <a:off x="7031752" y="337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31" name="Shape 31"/>
          <p:cNvSpPr/>
          <p:nvPr/>
        </p:nvSpPr>
        <p:spPr>
          <a:xfrm>
            <a:off x="9381752" y="3370000"/>
            <a:ext cx="2350000" cy="330000"/>
          </a:xfrm>
          <a:prstGeom prst="rect">
            <a:avLst/>
          </a:prstGeom>
          <a:solidFill>
            <a:srgbClr val="F7F7F7"/>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32" name="Shape 32"/>
          <p:cNvSpPr/>
          <p:nvPr/>
        </p:nvSpPr>
        <p:spPr>
          <a:xfrm>
            <a:off x="457200" y="3700000"/>
            <a:ext cx="6574552"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222222"/>
                </a:solidFill>
              </a:rPr>
              <a:t>ClickHouse: a record per request (200, 401, 403)</a:t>
            </a:r>
          </a:p>
        </p:txBody>
      </p:sp>
      <p:sp>
        <p:nvSpPr>
          <p:cNvPr id="33" name="Shape 33"/>
          <p:cNvSpPr/>
          <p:nvPr/>
        </p:nvSpPr>
        <p:spPr>
          <a:xfrm>
            <a:off x="7031752" y="370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34" name="Shape 34"/>
          <p:cNvSpPr/>
          <p:nvPr/>
        </p:nvSpPr>
        <p:spPr>
          <a:xfrm>
            <a:off x="9381752" y="3700000"/>
            <a:ext cx="2350000" cy="330000"/>
          </a:xfrm>
          <a:prstGeom prst="rect">
            <a:avLst/>
          </a:prstGeom>
          <a:solidFill>
            <a:srgbClr val="FFFFFF"/>
          </a:solidFill>
          <a:ln w="6350">
            <a:solidFill>
              <a:srgbClr val="D0D0D0"/>
            </a:solidFill>
          </a:ln>
        </p:spPr>
        <p:txBody>
          <a:bodyPr wrap="square" lIns="60000" rIns="60000" tIns="30000" bIns="30000" anchor="ctr">
            <a:normAutofit/>
          </a:bodyPr>
          <a:lstStyle/>
          <a:p>
            <a:pPr algn="l"/>
            <a:r>
              <a:rPr lang="en-US" sz="1050" b="1" dirty="0">
                <a:solidFill>
                  <a:srgbClr val="007A2E"/>
                </a:solidFill>
              </a:rPr>
              <a:t>OK</a:t>
            </a:r>
          </a:p>
        </p:txBody>
      </p:sp>
      <p:sp>
        <p:nvSpPr>
          <p:cNvPr id="37" name="Shape 37"/>
          <p:cNvSpPr/>
          <p:nvPr/>
        </p:nvSpPr>
        <p:spPr>
          <a:xfrm>
            <a:off x="607200" y="4320000"/>
            <a:ext cx="5247276" cy="276000"/>
          </a:xfrm>
          <a:prstGeom prst="rect">
            <a:avLst/>
          </a:prstGeom>
          <a:noFill/>
          <a:ln>
            <a:noFill/>
          </a:ln>
        </p:spPr>
        <p:txBody>
          <a:bodyPr wrap="square" lIns="0" rIns="0" tIns="0" bIns="0" anchor="t">
            <a:normAutofit/>
          </a:bodyPr>
          <a:lstStyle/>
          <a:p>
            <a:pPr algn="l"/>
            <a:r>
              <a:rPr lang="en-US" sz="1200" b="1" dirty="0">
                <a:solidFill>
                  <a:srgbClr val="933CCC"/>
                </a:solidFill>
              </a:rPr>
              <a:t>The agent run (gx10)</a:t>
            </a:r>
          </a:p>
        </p:txBody>
      </p:sp>
      <p:sp>
        <p:nvSpPr>
          <p:cNvPr id="38" name="Shape 38"/>
          <p:cNvSpPr/>
          <p:nvPr/>
        </p:nvSpPr>
        <p:spPr>
          <a:xfrm>
            <a:off x="607200" y="4646000"/>
            <a:ext cx="5247276" cy="694000"/>
          </a:xfrm>
          <a:prstGeom prst="rect">
            <a:avLst/>
          </a:prstGeom>
          <a:noFill/>
          <a:ln>
            <a:noFill/>
          </a:ln>
        </p:spPr>
        <p:txBody>
          <a:bodyPr wrap="square" lIns="0" rIns="0" tIns="0" bIns="0" anchor="t">
            <a:normAutofit/>
          </a:bodyPr>
          <a:lstStyle/>
          <a:p>
            <a:pPr algn="l"/>
            <a:r>
              <a:rPr lang="en-US" sz="1050" dirty="0">
                <a:solidFill>
                  <a:srgbClr val="222222"/>
                </a:solidFill>
              </a:rPr>
              <a:t>• fresh clone, Claude Code reading AGENTS.md; 19 tool calls</a:t>
            </a:r>
          </a:p>
          <a:p>
            <a:pPr algn="l"/>
            <a:r>
              <a:rPr lang="en-US" sz="1050" dirty="0">
                <a:solidFill>
                  <a:srgbClr val="222222"/>
                </a:solidFill>
              </a:rPr>
              <a:t>• run 1 stopped at cluster up: a stale PoC held the edge subnet</a:t>
            </a:r>
          </a:p>
          <a:p>
            <a:pPr algn="l"/>
            <a:r>
              <a:rPr lang="en-US" sz="1050" dirty="0">
                <a:solidFill>
                  <a:srgbClr val="222222"/>
                </a:solidFill>
              </a:rPr>
              <a:t>• it set edge_octet in its own poc.yaml, left the other PoC alone, re-ran</a:t>
            </a:r>
          </a:p>
          <a:p>
            <a:pPr algn="l"/>
            <a:r>
              <a:rPr lang="en-US" sz="1050" dirty="0">
                <a:solidFill>
                  <a:srgbClr val="222222"/>
                </a:solidFill>
              </a:rPr>
              <a:t>• the 2.4.1 route race hit; the scenario restarted the controller once</a:t>
            </a:r>
          </a:p>
        </p:txBody>
      </p:sp>
      <p:sp>
        <p:nvSpPr>
          <p:cNvPr id="41" name="Shape 41"/>
          <p:cNvSpPr/>
          <p:nvPr/>
        </p:nvSpPr>
        <p:spPr>
          <a:xfrm>
            <a:off x="6334476" y="4320000"/>
            <a:ext cx="5247276" cy="276000"/>
          </a:xfrm>
          <a:prstGeom prst="rect">
            <a:avLst/>
          </a:prstGeom>
          <a:noFill/>
          <a:ln>
            <a:noFill/>
          </a:ln>
        </p:spPr>
        <p:txBody>
          <a:bodyPr wrap="square" lIns="0" rIns="0" tIns="0" bIns="0" anchor="t">
            <a:normAutofit/>
          </a:bodyPr>
          <a:lstStyle/>
          <a:p>
            <a:pPr algn="l"/>
            <a:r>
              <a:rPr lang="en-US" sz="1200" b="1" dirty="0">
                <a:solidFill>
                  <a:srgbClr val="007A2E"/>
                </a:solidFill>
              </a:rPr>
              <a:t>Timings</a:t>
            </a:r>
          </a:p>
        </p:txBody>
      </p:sp>
      <p:sp>
        <p:nvSpPr>
          <p:cNvPr id="42" name="Shape 42"/>
          <p:cNvSpPr/>
          <p:nvPr/>
        </p:nvSpPr>
        <p:spPr>
          <a:xfrm>
            <a:off x="6334476" y="4646000"/>
            <a:ext cx="5247276" cy="694000"/>
          </a:xfrm>
          <a:prstGeom prst="rect">
            <a:avLst/>
          </a:prstGeom>
          <a:noFill/>
          <a:ln>
            <a:noFill/>
          </a:ln>
        </p:spPr>
        <p:txBody>
          <a:bodyPr wrap="square" lIns="0" rIns="0" tIns="0" bIns="0" anchor="t">
            <a:normAutofit/>
          </a:bodyPr>
          <a:lstStyle/>
          <a:p>
            <a:pPr algn="l"/>
            <a:r>
              <a:rPr lang="en-US" sz="1050" dirty="0">
                <a:solidFill>
                  <a:srgbClr val="222222"/>
                </a:solidFill>
              </a:rPr>
              <a:t>• 10m31s from empty host to all green (run 2)</a:t>
            </a:r>
          </a:p>
          <a:p>
            <a:pPr algn="l"/>
            <a:r>
              <a:rPr lang="en-US" sz="1050" dirty="0">
                <a:solidFill>
                  <a:srgbClr val="222222"/>
                </a:solidFill>
              </a:rPr>
              <a:t>• BNK install (deploy cne) 4m19s</a:t>
            </a:r>
          </a:p>
          <a:p>
            <a:pPr algn="l"/>
            <a:r>
              <a:rPr lang="en-US" sz="1050" dirty="0">
                <a:solidFill>
                  <a:srgbClr val="222222"/>
                </a:solidFill>
              </a:rPr>
              <a:t>• bgp-peer-frr 30s · llm-gateway 4m59s, incl. the restart</a:t>
            </a:r>
          </a:p>
          <a:p>
            <a:pPr algn="l"/>
            <a:r>
              <a:rPr lang="en-US" sz="1050" dirty="0">
                <a:solidFill>
                  <a:srgbClr val="222222"/>
                </a:solidFill>
              </a:rPr>
              <a:t>• on a deployed cluster: llm-gateway re-run 15 s (lake1)</a:t>
            </a:r>
          </a:p>
        </p:txBody>
      </p:sp>
      <p:sp>
        <p:nvSpPr>
          <p:cNvPr id="43" name="Shape 43"/>
          <p:cNvSpPr/>
          <p:nvPr/>
        </p:nvSpPr>
        <p:spPr>
          <a:xfrm>
            <a:off x="10281752" y="130000"/>
            <a:ext cx="1450000" cy="260000"/>
          </a:xfrm>
          <a:prstGeom prst="roundRect">
            <a:avLst/>
          </a:prstGeom>
          <a:solidFill>
            <a:srgbClr val="933CCC"/>
          </a:solidFill>
          <a:ln>
            <a:noFill/>
          </a:ln>
        </p:spPr>
        <p:txBody>
          <a:bodyPr wrap="square" lIns="36000" rIns="36000" tIns="18000" bIns="18000" anchor="ctr">
            <a:normAutofit/>
          </a:bodyPr>
          <a:lstStyle/>
          <a:p>
            <a:pPr algn="ctr"/>
            <a:r>
              <a:rPr lang="en-US" sz="900" b="1" dirty="0">
                <a:solidFill>
                  <a:srgbClr val="FFFFFF"/>
                </a:solidFill>
              </a:rPr>
              <a:t>PROOF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 before you demo</a:t>
            </a:r>
          </a:p>
        </p:txBody>
      </p:sp>
      <p:sp>
        <p:nvSpPr>
          <p:cNvPr id="4" name="Text Placeholder 3"/>
          <p:cNvSpPr>
            <a:spLocks noGrp="1"/>
          </p:cNvSpPr>
          <p:nvPr>
            <p:ph type="body" sz="quarter" idx="17"/>
          </p:nvPr>
        </p:nvSpPr>
        <p:spPr/>
        <p:txBody>
          <a:bodyPr/>
          <a:lstStyle/>
          <a:p>
            <a:r>
              <a:rPr lang="en-US" dirty="0"/>
              <a:t>What surprised us, so it doesn’t surprise you in front of a customer</a:t>
            </a:r>
          </a:p>
        </p:txBody>
      </p:sp>
      <p:sp>
        <p:nvSpPr>
          <p:cNvPr id="11" name="Shape 11"/>
          <p:cNvSpPr/>
          <p:nvPr/>
        </p:nvSpPr>
        <p:spPr>
          <a:xfrm>
            <a:off x="457200" y="1400000"/>
            <a:ext cx="3638184" cy="2150000"/>
          </a:xfrm>
          <a:prstGeom prst="rect">
            <a:avLst/>
          </a:prstGeom>
          <a:solidFill>
            <a:srgbClr val="FFFFFF"/>
          </a:solidFill>
          <a:ln w="9525">
            <a:solidFill>
              <a:srgbClr val="0E41AA"/>
            </a:solidFill>
          </a:ln>
        </p:spPr>
        <p:txBody>
          <a:bodyPr wrap="square" lIns="36000" rIns="36000" tIns="18000" bIns="18000" anchor="ctr">
            <a:normAutofit/>
          </a:bodyPr>
          <a:lstStyle/>
          <a:p>
            <a:endParaRPr lang="en-US" dirty="0"/>
          </a:p>
        </p:txBody>
      </p:sp>
      <p:sp>
        <p:nvSpPr>
          <p:cNvPr id="12" name="Shape 12"/>
          <p:cNvSpPr/>
          <p:nvPr/>
        </p:nvSpPr>
        <p:spPr>
          <a:xfrm>
            <a:off x="457200" y="1400000"/>
            <a:ext cx="3638184" cy="60000"/>
          </a:xfrm>
          <a:prstGeom prst="rect">
            <a:avLst/>
          </a:prstGeom>
          <a:solidFill>
            <a:srgbClr val="0E41AA"/>
          </a:solidFill>
          <a:ln>
            <a:noFill/>
          </a:ln>
        </p:spPr>
        <p:txBody>
          <a:bodyPr wrap="square" lIns="36000" rIns="36000" tIns="18000" bIns="18000" anchor="ctr">
            <a:normAutofit/>
          </a:bodyPr>
          <a:lstStyle/>
          <a:p>
            <a:endParaRPr lang="en-US" dirty="0"/>
          </a:p>
        </p:txBody>
      </p:sp>
      <p:sp>
        <p:nvSpPr>
          <p:cNvPr id="15" name="Shape 15"/>
          <p:cNvSpPr/>
          <p:nvPr/>
        </p:nvSpPr>
        <p:spPr>
          <a:xfrm>
            <a:off x="4275384" y="1400000"/>
            <a:ext cx="3638184" cy="2150000"/>
          </a:xfrm>
          <a:prstGeom prst="rect">
            <a:avLst/>
          </a:prstGeom>
          <a:solidFill>
            <a:srgbClr val="FFFFFF"/>
          </a:solidFill>
          <a:ln w="9525">
            <a:solidFill>
              <a:srgbClr val="0E41AA"/>
            </a:solidFill>
          </a:ln>
        </p:spPr>
        <p:txBody>
          <a:bodyPr wrap="square" lIns="36000" rIns="36000" tIns="18000" bIns="18000" anchor="ctr">
            <a:normAutofit/>
          </a:bodyPr>
          <a:lstStyle/>
          <a:p>
            <a:endParaRPr lang="en-US" dirty="0"/>
          </a:p>
        </p:txBody>
      </p:sp>
      <p:sp>
        <p:nvSpPr>
          <p:cNvPr id="16" name="Shape 16"/>
          <p:cNvSpPr/>
          <p:nvPr/>
        </p:nvSpPr>
        <p:spPr>
          <a:xfrm>
            <a:off x="4275384" y="1400000"/>
            <a:ext cx="3638184" cy="60000"/>
          </a:xfrm>
          <a:prstGeom prst="rect">
            <a:avLst/>
          </a:prstGeom>
          <a:solidFill>
            <a:srgbClr val="0E41AA"/>
          </a:solidFill>
          <a:ln>
            <a:noFill/>
          </a:ln>
        </p:spPr>
        <p:txBody>
          <a:bodyPr wrap="square" lIns="36000" rIns="36000" tIns="18000" bIns="18000" anchor="ctr">
            <a:normAutofit/>
          </a:bodyPr>
          <a:lstStyle/>
          <a:p>
            <a:endParaRPr lang="en-US" dirty="0"/>
          </a:p>
        </p:txBody>
      </p:sp>
      <p:sp>
        <p:nvSpPr>
          <p:cNvPr id="19" name="Shape 19"/>
          <p:cNvSpPr/>
          <p:nvPr/>
        </p:nvSpPr>
        <p:spPr>
          <a:xfrm>
            <a:off x="8093568" y="1400000"/>
            <a:ext cx="3638184" cy="2150000"/>
          </a:xfrm>
          <a:prstGeom prst="rect">
            <a:avLst/>
          </a:prstGeom>
          <a:solidFill>
            <a:srgbClr val="FFFFFF"/>
          </a:solidFill>
          <a:ln w="9525">
            <a:solidFill>
              <a:srgbClr val="A35A00"/>
            </a:solidFill>
          </a:ln>
        </p:spPr>
        <p:txBody>
          <a:bodyPr wrap="square" lIns="36000" rIns="36000" tIns="18000" bIns="18000" anchor="ctr">
            <a:normAutofit/>
          </a:bodyPr>
          <a:lstStyle/>
          <a:p>
            <a:endParaRPr lang="en-US" dirty="0"/>
          </a:p>
        </p:txBody>
      </p:sp>
      <p:sp>
        <p:nvSpPr>
          <p:cNvPr id="20" name="Shape 20"/>
          <p:cNvSpPr/>
          <p:nvPr/>
        </p:nvSpPr>
        <p:spPr>
          <a:xfrm>
            <a:off x="8093568" y="1400000"/>
            <a:ext cx="3638184" cy="60000"/>
          </a:xfrm>
          <a:prstGeom prst="rect">
            <a:avLst/>
          </a:prstGeom>
          <a:solidFill>
            <a:srgbClr val="A35A00"/>
          </a:solidFill>
          <a:ln>
            <a:noFill/>
          </a:ln>
        </p:spPr>
        <p:txBody>
          <a:bodyPr wrap="square" lIns="36000" rIns="36000" tIns="18000" bIns="18000" anchor="ctr">
            <a:normAutofit/>
          </a:bodyPr>
          <a:lstStyle/>
          <a:p>
            <a:endParaRPr lang="en-US" dirty="0"/>
          </a:p>
        </p:txBody>
      </p:sp>
      <p:sp>
        <p:nvSpPr>
          <p:cNvPr id="23" name="Shape 23"/>
          <p:cNvSpPr/>
          <p:nvPr/>
        </p:nvSpPr>
        <p:spPr>
          <a:xfrm>
            <a:off x="457200" y="3750000"/>
            <a:ext cx="3638184" cy="1450000"/>
          </a:xfrm>
          <a:prstGeom prst="rect">
            <a:avLst/>
          </a:prstGeom>
          <a:solidFill>
            <a:srgbClr val="FFFFFF"/>
          </a:solidFill>
          <a:ln w="9525">
            <a:solidFill>
              <a:srgbClr val="6B6B6B"/>
            </a:solidFill>
          </a:ln>
        </p:spPr>
        <p:txBody>
          <a:bodyPr wrap="square" lIns="36000" rIns="36000" tIns="18000" bIns="18000" anchor="ctr">
            <a:normAutofit/>
          </a:bodyPr>
          <a:lstStyle/>
          <a:p>
            <a:endParaRPr lang="en-US" dirty="0"/>
          </a:p>
        </p:txBody>
      </p:sp>
      <p:sp>
        <p:nvSpPr>
          <p:cNvPr id="24" name="Shape 24"/>
          <p:cNvSpPr/>
          <p:nvPr/>
        </p:nvSpPr>
        <p:spPr>
          <a:xfrm>
            <a:off x="457200" y="3750000"/>
            <a:ext cx="3638184" cy="60000"/>
          </a:xfrm>
          <a:prstGeom prst="rect">
            <a:avLst/>
          </a:prstGeom>
          <a:solidFill>
            <a:srgbClr val="6B6B6B"/>
          </a:solidFill>
          <a:ln>
            <a:noFill/>
          </a:ln>
        </p:spPr>
        <p:txBody>
          <a:bodyPr wrap="square" lIns="36000" rIns="36000" tIns="18000" bIns="18000" anchor="ctr">
            <a:normAutofit/>
          </a:bodyPr>
          <a:lstStyle/>
          <a:p>
            <a:endParaRPr lang="en-US" dirty="0"/>
          </a:p>
        </p:txBody>
      </p:sp>
      <p:sp>
        <p:nvSpPr>
          <p:cNvPr id="27" name="Shape 27"/>
          <p:cNvSpPr/>
          <p:nvPr/>
        </p:nvSpPr>
        <p:spPr>
          <a:xfrm>
            <a:off x="4275384" y="3750000"/>
            <a:ext cx="3638184" cy="1450000"/>
          </a:xfrm>
          <a:prstGeom prst="rect">
            <a:avLst/>
          </a:prstGeom>
          <a:solidFill>
            <a:srgbClr val="FFFFFF"/>
          </a:solidFill>
          <a:ln w="9525">
            <a:solidFill>
              <a:srgbClr val="C00000"/>
            </a:solidFill>
          </a:ln>
        </p:spPr>
        <p:txBody>
          <a:bodyPr wrap="square" lIns="36000" rIns="36000" tIns="18000" bIns="18000" anchor="ctr">
            <a:normAutofit/>
          </a:bodyPr>
          <a:lstStyle/>
          <a:p>
            <a:endParaRPr lang="en-US" dirty="0"/>
          </a:p>
        </p:txBody>
      </p:sp>
      <p:sp>
        <p:nvSpPr>
          <p:cNvPr id="28" name="Shape 28"/>
          <p:cNvSpPr/>
          <p:nvPr/>
        </p:nvSpPr>
        <p:spPr>
          <a:xfrm>
            <a:off x="4275384" y="3750000"/>
            <a:ext cx="3638184" cy="60000"/>
          </a:xfrm>
          <a:prstGeom prst="rect">
            <a:avLst/>
          </a:prstGeom>
          <a:solidFill>
            <a:srgbClr val="C00000"/>
          </a:solidFill>
          <a:ln>
            <a:noFill/>
          </a:ln>
        </p:spPr>
        <p:txBody>
          <a:bodyPr wrap="square" lIns="36000" rIns="36000" tIns="18000" bIns="18000" anchor="ctr">
            <a:normAutofit/>
          </a:bodyPr>
          <a:lstStyle/>
          <a:p>
            <a:endParaRPr lang="en-US" dirty="0"/>
          </a:p>
        </p:txBody>
      </p:sp>
      <p:sp>
        <p:nvSpPr>
          <p:cNvPr id="31" name="Shape 31"/>
          <p:cNvSpPr/>
          <p:nvPr/>
        </p:nvSpPr>
        <p:spPr>
          <a:xfrm>
            <a:off x="8093568" y="3750000"/>
            <a:ext cx="3638184" cy="1450000"/>
          </a:xfrm>
          <a:prstGeom prst="rect">
            <a:avLst/>
          </a:prstGeom>
          <a:solidFill>
            <a:srgbClr val="FFFFFF"/>
          </a:solidFill>
          <a:ln w="9525">
            <a:solidFill>
              <a:srgbClr val="6B6B6B"/>
            </a:solidFill>
          </a:ln>
        </p:spPr>
        <p:txBody>
          <a:bodyPr wrap="square" lIns="36000" rIns="36000" tIns="18000" bIns="18000" anchor="ctr">
            <a:normAutofit/>
          </a:bodyPr>
          <a:lstStyle/>
          <a:p>
            <a:endParaRPr lang="en-US" dirty="0"/>
          </a:p>
        </p:txBody>
      </p:sp>
      <p:sp>
        <p:nvSpPr>
          <p:cNvPr id="32" name="Shape 32"/>
          <p:cNvSpPr/>
          <p:nvPr/>
        </p:nvSpPr>
        <p:spPr>
          <a:xfrm>
            <a:off x="8093568" y="3750000"/>
            <a:ext cx="3638184" cy="60000"/>
          </a:xfrm>
          <a:prstGeom prst="rect">
            <a:avLst/>
          </a:prstGeom>
          <a:solidFill>
            <a:srgbClr val="6B6B6B"/>
          </a:solidFill>
          <a:ln>
            <a:noFill/>
          </a:ln>
        </p:spPr>
        <p:txBody>
          <a:bodyPr wrap="square" lIns="36000" rIns="36000" tIns="18000" bIns="18000" anchor="ctr">
            <a:normAutofit/>
          </a:bodyPr>
          <a:lstStyle/>
          <a:p>
            <a:endParaRPr lang="en-US" dirty="0"/>
          </a:p>
        </p:txBody>
      </p:sp>
      <p:sp>
        <p:nvSpPr>
          <p:cNvPr id="13" name="Shape 13"/>
          <p:cNvSpPr/>
          <p:nvPr/>
        </p:nvSpPr>
        <p:spPr>
          <a:xfrm>
            <a:off x="607200" y="1540000"/>
            <a:ext cx="3338184" cy="345000"/>
          </a:xfrm>
          <a:prstGeom prst="rect">
            <a:avLst/>
          </a:prstGeom>
          <a:noFill/>
          <a:ln>
            <a:noFill/>
          </a:ln>
        </p:spPr>
        <p:txBody>
          <a:bodyPr wrap="square" lIns="0" rIns="0" tIns="0" bIns="0" anchor="t">
            <a:normAutofit/>
          </a:bodyPr>
          <a:lstStyle/>
          <a:p>
            <a:pPr algn="l"/>
            <a:r>
              <a:rPr lang="en-US" sz="1500" b="1" dirty="0">
                <a:solidFill>
                  <a:srgbClr val="0E41AA"/>
                </a:solidFill>
              </a:rPr>
              <a:t>Console sign-in is per tenant</a:t>
            </a:r>
          </a:p>
        </p:txBody>
      </p:sp>
      <p:sp>
        <p:nvSpPr>
          <p:cNvPr id="14" name="Shape 14"/>
          <p:cNvSpPr/>
          <p:nvPr/>
        </p:nvSpPr>
        <p:spPr>
          <a:xfrm>
            <a:off x="607200" y="1935000"/>
            <a:ext cx="3338184" cy="1555000"/>
          </a:xfrm>
          <a:prstGeom prst="rect">
            <a:avLst/>
          </a:prstGeom>
          <a:noFill/>
          <a:ln>
            <a:noFill/>
          </a:ln>
        </p:spPr>
        <p:txBody>
          <a:bodyPr wrap="square" lIns="0" rIns="0" tIns="0" bIns="0" anchor="t">
            <a:normAutofit/>
          </a:bodyPr>
          <a:lstStyle/>
          <a:p>
            <a:pPr algn="l"/>
            <a:r>
              <a:rPr lang="en-US" sz="1350" dirty="0">
                <a:solidFill>
                  <a:srgbClr val="222222"/>
                </a:solidFill>
              </a:rPr>
              <a:t>• tenant demo, user admin</a:t>
            </a:r>
          </a:p>
          <a:p>
            <a:pPr algn="l"/>
            <a:r>
              <a:rPr lang="en-US" sz="1350" dirty="0">
                <a:solidFill>
                  <a:srgbClr val="222222"/>
                </a:solidFill>
              </a:rPr>
              <a:t>• password: Secret aitenant-demo-admin</a:t>
            </a:r>
          </a:p>
          <a:p>
            <a:pPr algn="l"/>
            <a:r>
              <a:rPr lang="en-US" sz="1350" dirty="0">
                <a:solidFill>
                  <a:srgbClr val="222222"/>
                </a:solidFill>
              </a:rPr>
              <a:t>• f5-aigateway-admin is the API’s platform admin; not for the tenant page</a:t>
            </a:r>
          </a:p>
        </p:txBody>
      </p:sp>
      <p:sp>
        <p:nvSpPr>
          <p:cNvPr id="17" name="Shape 17"/>
          <p:cNvSpPr/>
          <p:nvPr/>
        </p:nvSpPr>
        <p:spPr>
          <a:xfrm>
            <a:off x="4425384" y="1540000"/>
            <a:ext cx="3338184" cy="345000"/>
          </a:xfrm>
          <a:prstGeom prst="rect">
            <a:avLst/>
          </a:prstGeom>
          <a:noFill/>
          <a:ln>
            <a:noFill/>
          </a:ln>
        </p:spPr>
        <p:txBody>
          <a:bodyPr wrap="square" lIns="0" rIns="0" tIns="0" bIns="0" anchor="t">
            <a:normAutofit/>
          </a:bodyPr>
          <a:lstStyle/>
          <a:p>
            <a:pPr algn="l"/>
            <a:r>
              <a:rPr lang="en-US" sz="1500" b="1" dirty="0">
                <a:solidFill>
                  <a:srgbClr val="0E41AA"/>
                </a:solidFill>
              </a:rPr>
              <a:t>Reach it on localhost:3000</a:t>
            </a:r>
          </a:p>
        </p:txBody>
      </p:sp>
      <p:sp>
        <p:nvSpPr>
          <p:cNvPr id="18" name="Shape 18"/>
          <p:cNvSpPr/>
          <p:nvPr/>
        </p:nvSpPr>
        <p:spPr>
          <a:xfrm>
            <a:off x="4425384" y="1935000"/>
            <a:ext cx="3338184" cy="1555000"/>
          </a:xfrm>
          <a:prstGeom prst="rect">
            <a:avLst/>
          </a:prstGeom>
          <a:noFill/>
          <a:ln>
            <a:noFill/>
          </a:ln>
        </p:spPr>
        <p:txBody>
          <a:bodyPr wrap="square" lIns="0" rIns="0" tIns="0" bIns="0" anchor="t">
            <a:normAutofit/>
          </a:bodyPr>
          <a:lstStyle/>
          <a:p>
            <a:pPr algn="l"/>
            <a:r>
              <a:rPr lang="en-US" sz="1350" dirty="0">
                <a:solidFill>
                  <a:srgbClr val="222222"/>
                </a:solidFill>
              </a:rPr>
              <a:t>• sign-in redirects go to localhost:3000 (FLO’s default)</a:t>
            </a:r>
          </a:p>
          <a:p>
            <a:pPr algn="l"/>
            <a:r>
              <a:rPr lang="en-US" sz="1350" dirty="0">
                <a:solidFill>
                  <a:srgbClr val="222222"/>
                </a:solidFill>
              </a:rPr>
              <a:t>• kubectl port-forward svc/f5-aigateway-console 3000:3000</a:t>
            </a:r>
          </a:p>
          <a:p>
            <a:pPr algn="l"/>
            <a:r>
              <a:rPr lang="en-US" sz="1350" dirty="0">
                <a:solidFill>
                  <a:srgbClr val="222222"/>
                </a:solidFill>
              </a:rPr>
              <a:t>• remote box: ssh -L 3000:… then the port-forward</a:t>
            </a:r>
          </a:p>
        </p:txBody>
      </p:sp>
      <p:sp>
        <p:nvSpPr>
          <p:cNvPr id="21" name="Shape 21"/>
          <p:cNvSpPr/>
          <p:nvPr/>
        </p:nvSpPr>
        <p:spPr>
          <a:xfrm>
            <a:off x="8243568" y="1540000"/>
            <a:ext cx="3338184" cy="345000"/>
          </a:xfrm>
          <a:prstGeom prst="rect">
            <a:avLst/>
          </a:prstGeom>
          <a:noFill/>
          <a:ln>
            <a:noFill/>
          </a:ln>
        </p:spPr>
        <p:txBody>
          <a:bodyPr wrap="square" lIns="0" rIns="0" tIns="0" bIns="0" anchor="t">
            <a:normAutofit/>
          </a:bodyPr>
          <a:lstStyle/>
          <a:p>
            <a:pPr algn="l"/>
            <a:r>
              <a:rPr lang="en-US" sz="1500" b="1" dirty="0">
                <a:solidFill>
                  <a:srgbClr val="A35A00"/>
                </a:solidFill>
              </a:rPr>
              <a:t>A new route can stick (2.4.1)</a:t>
            </a:r>
          </a:p>
        </p:txBody>
      </p:sp>
      <p:sp>
        <p:nvSpPr>
          <p:cNvPr id="22" name="Shape 22"/>
          <p:cNvSpPr/>
          <p:nvPr/>
        </p:nvSpPr>
        <p:spPr>
          <a:xfrm>
            <a:off x="8243568" y="1935000"/>
            <a:ext cx="3338184" cy="1555000"/>
          </a:xfrm>
          <a:prstGeom prst="rect">
            <a:avLst/>
          </a:prstGeom>
          <a:noFill/>
          <a:ln>
            <a:noFill/>
          </a:ln>
        </p:spPr>
        <p:txBody>
          <a:bodyPr wrap="square" lIns="0" rIns="0" tIns="0" bIns="0" anchor="t">
            <a:normAutofit/>
          </a:bodyPr>
          <a:lstStyle/>
          <a:p>
            <a:pPr algn="l"/>
            <a:r>
              <a:rPr lang="en-US" sz="1350" dirty="0">
                <a:solidFill>
                  <a:srgbClr val="222222"/>
                </a:solidFill>
              </a:rPr>
              <a:t>• “AI profile … is not prepared yet”, never retried</a:t>
            </a:r>
          </a:p>
          <a:p>
            <a:pPr algn="l"/>
            <a:r>
              <a:rPr lang="en-US" sz="1350" dirty="0">
                <a:solidFill>
                  <a:srgbClr val="222222"/>
                </a:solidFill>
              </a:rPr>
              <a:t>• TMM gets no virtual server</a:t>
            </a:r>
          </a:p>
          <a:p>
            <a:pPr algn="l"/>
            <a:r>
              <a:rPr lang="en-US" sz="1350" dirty="0">
                <a:solidFill>
                  <a:srgbClr val="222222"/>
                </a:solidFill>
              </a:rPr>
              <a:t>• the scenario restarts f5-cne-controller once</a:t>
            </a:r>
          </a:p>
        </p:txBody>
      </p:sp>
      <p:sp>
        <p:nvSpPr>
          <p:cNvPr id="25" name="Shape 25"/>
          <p:cNvSpPr/>
          <p:nvPr/>
        </p:nvSpPr>
        <p:spPr>
          <a:xfrm>
            <a:off x="607200" y="3890000"/>
            <a:ext cx="3338184" cy="345000"/>
          </a:xfrm>
          <a:prstGeom prst="rect">
            <a:avLst/>
          </a:prstGeom>
          <a:noFill/>
          <a:ln>
            <a:noFill/>
          </a:ln>
        </p:spPr>
        <p:txBody>
          <a:bodyPr wrap="square" lIns="0" rIns="0" tIns="0" bIns="0" anchor="t">
            <a:normAutofit/>
          </a:bodyPr>
          <a:lstStyle/>
          <a:p>
            <a:pPr algn="l"/>
            <a:r>
              <a:rPr lang="en-US" sz="1500" b="1" dirty="0">
                <a:solidFill>
                  <a:srgbClr val="6B6B6B"/>
                </a:solidFill>
              </a:rPr>
              <a:t>Branding</a:t>
            </a:r>
          </a:p>
        </p:txBody>
      </p:sp>
      <p:sp>
        <p:nvSpPr>
          <p:cNvPr id="26" name="Shape 26"/>
          <p:cNvSpPr/>
          <p:nvPr/>
        </p:nvSpPr>
        <p:spPr>
          <a:xfrm>
            <a:off x="607200" y="4285000"/>
            <a:ext cx="3338184" cy="855000"/>
          </a:xfrm>
          <a:prstGeom prst="rect">
            <a:avLst/>
          </a:prstGeom>
          <a:noFill/>
          <a:ln>
            <a:noFill/>
          </a:ln>
        </p:spPr>
        <p:txBody>
          <a:bodyPr wrap="square" lIns="0" rIns="0" tIns="0" bIns="0" anchor="t">
            <a:normAutofit/>
          </a:bodyPr>
          <a:lstStyle/>
          <a:p>
            <a:pPr algn="l"/>
            <a:r>
              <a:rPr lang="en-US" sz="1350" dirty="0">
                <a:solidFill>
                  <a:srgbClr val="222222"/>
                </a:solidFill>
              </a:rPr>
              <a:t>• the shipped console says “Polaris AI”: F5’s f5-aigateway-ui image</a:t>
            </a:r>
          </a:p>
        </p:txBody>
      </p:sp>
      <p:sp>
        <p:nvSpPr>
          <p:cNvPr id="29" name="Shape 29"/>
          <p:cNvSpPr/>
          <p:nvPr/>
        </p:nvSpPr>
        <p:spPr>
          <a:xfrm>
            <a:off x="4425384" y="3890000"/>
            <a:ext cx="3338184" cy="345000"/>
          </a:xfrm>
          <a:prstGeom prst="rect">
            <a:avLst/>
          </a:prstGeom>
          <a:noFill/>
          <a:ln>
            <a:noFill/>
          </a:ln>
        </p:spPr>
        <p:txBody>
          <a:bodyPr wrap="square" lIns="0" rIns="0" tIns="0" bIns="0" anchor="t">
            <a:normAutofit/>
          </a:bodyPr>
          <a:lstStyle/>
          <a:p>
            <a:pPr algn="l"/>
            <a:r>
              <a:rPr lang="en-US" sz="1500" b="1" dirty="0">
                <a:solidFill>
                  <a:srgbClr val="C00000"/>
                </a:solidFill>
              </a:rPr>
              <a:t>Public docs</a:t>
            </a:r>
          </a:p>
        </p:txBody>
      </p:sp>
      <p:sp>
        <p:nvSpPr>
          <p:cNvPr id="30" name="Shape 30"/>
          <p:cNvSpPr/>
          <p:nvPr/>
        </p:nvSpPr>
        <p:spPr>
          <a:xfrm>
            <a:off x="4425384" y="4285000"/>
            <a:ext cx="3338184" cy="855000"/>
          </a:xfrm>
          <a:prstGeom prst="rect">
            <a:avLst/>
          </a:prstGeom>
          <a:noFill/>
          <a:ln>
            <a:noFill/>
          </a:ln>
        </p:spPr>
        <p:txBody>
          <a:bodyPr wrap="square" lIns="0" rIns="0" tIns="0" bIns="0" anchor="t">
            <a:normAutofit/>
          </a:bodyPr>
          <a:lstStyle/>
          <a:p>
            <a:pPr algn="l"/>
            <a:r>
              <a:rPr lang="en-US" sz="1350" dirty="0">
                <a:solidFill>
                  <a:srgbClr val="222222"/>
                </a:solidFill>
              </a:rPr>
              <a:t>• clouddocs BNK 2.4 covers 2.4.0; the AI gateway is not documented there yet</a:t>
            </a:r>
          </a:p>
        </p:txBody>
      </p:sp>
      <p:sp>
        <p:nvSpPr>
          <p:cNvPr id="33" name="Shape 33"/>
          <p:cNvSpPr/>
          <p:nvPr/>
        </p:nvSpPr>
        <p:spPr>
          <a:xfrm>
            <a:off x="8243568" y="3890000"/>
            <a:ext cx="3338184" cy="345000"/>
          </a:xfrm>
          <a:prstGeom prst="rect">
            <a:avLst/>
          </a:prstGeom>
          <a:noFill/>
          <a:ln>
            <a:noFill/>
          </a:ln>
        </p:spPr>
        <p:txBody>
          <a:bodyPr wrap="square" lIns="0" rIns="0" tIns="0" bIns="0" anchor="t">
            <a:normAutofit/>
          </a:bodyPr>
          <a:lstStyle/>
          <a:p>
            <a:pPr algn="l"/>
            <a:r>
              <a:rPr lang="en-US" sz="1500" b="1" dirty="0">
                <a:solidFill>
                  <a:srgbClr val="6B6B6B"/>
                </a:solidFill>
              </a:rPr>
              <a:t>Reused hosts</a:t>
            </a:r>
          </a:p>
        </p:txBody>
      </p:sp>
      <p:sp>
        <p:nvSpPr>
          <p:cNvPr id="34" name="Shape 34"/>
          <p:cNvSpPr/>
          <p:nvPr/>
        </p:nvSpPr>
        <p:spPr>
          <a:xfrm>
            <a:off x="8243568" y="4285000"/>
            <a:ext cx="3338184" cy="855000"/>
          </a:xfrm>
          <a:prstGeom prst="rect">
            <a:avLst/>
          </a:prstGeom>
          <a:noFill/>
          <a:ln>
            <a:noFill/>
          </a:ln>
        </p:spPr>
        <p:txBody>
          <a:bodyPr wrap="square" lIns="0" rIns="0" tIns="0" bIns="0" anchor="t">
            <a:normAutofit/>
          </a:bodyPr>
          <a:lstStyle/>
          <a:p>
            <a:pPr algn="l"/>
            <a:r>
              <a:rPr lang="en-US" sz="1350" dirty="0">
                <a:solidFill>
                  <a:srgbClr val="222222"/>
                </a:solidFill>
              </a:rPr>
              <a:t>• old PoCs’ docker networks can hold the edge subnet: set edge_octet</a:t>
            </a:r>
          </a:p>
        </p:txBody>
      </p:sp>
      <p:sp>
        <p:nvSpPr>
          <p:cNvPr id="35" name="Shape 35"/>
          <p:cNvSpPr/>
          <p:nvPr/>
        </p:nvSpPr>
        <p:spPr>
          <a:xfrm>
            <a:off x="10281752" y="130000"/>
            <a:ext cx="1450000" cy="260000"/>
          </a:xfrm>
          <a:prstGeom prst="roundRect">
            <a:avLst/>
          </a:prstGeom>
          <a:solidFill>
            <a:srgbClr val="A35A00"/>
          </a:solidFill>
          <a:ln>
            <a:noFill/>
          </a:ln>
        </p:spPr>
        <p:txBody>
          <a:bodyPr wrap="square" lIns="36000" rIns="36000" tIns="18000" bIns="18000" anchor="ctr">
            <a:normAutofit/>
          </a:bodyPr>
          <a:lstStyle/>
          <a:p>
            <a:pPr algn="ctr"/>
            <a:r>
              <a:rPr lang="en-US" sz="900" b="1" dirty="0">
                <a:solidFill>
                  <a:srgbClr val="FFFFFF"/>
                </a:solidFill>
              </a:rPr>
              <a:t>FIELD NOTES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Get it</a:t>
            </a:r>
          </a:p>
        </p:txBody>
      </p:sp>
      <p:sp>
        <p:nvSpPr>
          <p:cNvPr id="4" name="Text Placeholder 3"/>
          <p:cNvSpPr>
            <a:spLocks noGrp="1"/>
          </p:cNvSpPr>
          <p:nvPr>
            <p:ph type="body" sz="quarter" idx="17"/>
          </p:nvPr>
        </p:nvSpPr>
        <p:spPr/>
        <p:txBody>
          <a:bodyPr/>
          <a:lstStyle/>
          <a:p>
            <a:r>
              <a:rPr lang="en-US" dirty="0"/>
              <a:t>github.com/mwiget/ocibnkctl · docs/llm-gateway-howto.md</a:t>
            </a:r>
          </a:p>
        </p:txBody>
      </p:sp>
      <p:sp>
        <p:nvSpPr>
          <p:cNvPr id="11" name="Shape 11"/>
          <p:cNvSpPr/>
          <p:nvPr/>
        </p:nvSpPr>
        <p:spPr>
          <a:xfrm>
            <a:off x="457200" y="1400000"/>
            <a:ext cx="3638184" cy="2550000"/>
          </a:xfrm>
          <a:prstGeom prst="rect">
            <a:avLst/>
          </a:prstGeom>
          <a:solidFill>
            <a:srgbClr val="FFFFFF"/>
          </a:solidFill>
          <a:ln w="9525">
            <a:solidFill>
              <a:srgbClr val="007A2E"/>
            </a:solidFill>
          </a:ln>
        </p:spPr>
        <p:txBody>
          <a:bodyPr wrap="square" lIns="36000" rIns="36000" tIns="18000" bIns="18000" anchor="ctr">
            <a:normAutofit/>
          </a:bodyPr>
          <a:lstStyle/>
          <a:p>
            <a:endParaRPr lang="en-US" dirty="0"/>
          </a:p>
        </p:txBody>
      </p:sp>
      <p:sp>
        <p:nvSpPr>
          <p:cNvPr id="12" name="Shape 12"/>
          <p:cNvSpPr/>
          <p:nvPr/>
        </p:nvSpPr>
        <p:spPr>
          <a:xfrm>
            <a:off x="457200" y="1400000"/>
            <a:ext cx="3638184" cy="60000"/>
          </a:xfrm>
          <a:prstGeom prst="rect">
            <a:avLst/>
          </a:prstGeom>
          <a:solidFill>
            <a:srgbClr val="007A2E"/>
          </a:solidFill>
          <a:ln>
            <a:noFill/>
          </a:ln>
        </p:spPr>
        <p:txBody>
          <a:bodyPr wrap="square" lIns="36000" rIns="36000" tIns="18000" bIns="18000" anchor="ctr">
            <a:normAutofit/>
          </a:bodyPr>
          <a:lstStyle/>
          <a:p>
            <a:endParaRPr lang="en-US" dirty="0"/>
          </a:p>
        </p:txBody>
      </p:sp>
      <p:sp>
        <p:nvSpPr>
          <p:cNvPr id="15" name="Shape 15"/>
          <p:cNvSpPr/>
          <p:nvPr/>
        </p:nvSpPr>
        <p:spPr>
          <a:xfrm>
            <a:off x="4275384" y="1400000"/>
            <a:ext cx="3638184" cy="2550000"/>
          </a:xfrm>
          <a:prstGeom prst="rect">
            <a:avLst/>
          </a:prstGeom>
          <a:solidFill>
            <a:srgbClr val="FFFFFF"/>
          </a:solidFill>
          <a:ln w="9525">
            <a:solidFill>
              <a:srgbClr val="0E41AA"/>
            </a:solidFill>
          </a:ln>
        </p:spPr>
        <p:txBody>
          <a:bodyPr wrap="square" lIns="36000" rIns="36000" tIns="18000" bIns="18000" anchor="ctr">
            <a:normAutofit/>
          </a:bodyPr>
          <a:lstStyle/>
          <a:p>
            <a:endParaRPr lang="en-US" dirty="0"/>
          </a:p>
        </p:txBody>
      </p:sp>
      <p:sp>
        <p:nvSpPr>
          <p:cNvPr id="16" name="Shape 16"/>
          <p:cNvSpPr/>
          <p:nvPr/>
        </p:nvSpPr>
        <p:spPr>
          <a:xfrm>
            <a:off x="4275384" y="1400000"/>
            <a:ext cx="3638184" cy="60000"/>
          </a:xfrm>
          <a:prstGeom prst="rect">
            <a:avLst/>
          </a:prstGeom>
          <a:solidFill>
            <a:srgbClr val="0E41AA"/>
          </a:solidFill>
          <a:ln>
            <a:noFill/>
          </a:ln>
        </p:spPr>
        <p:txBody>
          <a:bodyPr wrap="square" lIns="36000" rIns="36000" tIns="18000" bIns="18000" anchor="ctr">
            <a:normAutofit/>
          </a:bodyPr>
          <a:lstStyle/>
          <a:p>
            <a:endParaRPr lang="en-US" dirty="0"/>
          </a:p>
        </p:txBody>
      </p:sp>
      <p:sp>
        <p:nvSpPr>
          <p:cNvPr id="19" name="Shape 19"/>
          <p:cNvSpPr/>
          <p:nvPr/>
        </p:nvSpPr>
        <p:spPr>
          <a:xfrm>
            <a:off x="8093568" y="1400000"/>
            <a:ext cx="3638184" cy="2550000"/>
          </a:xfrm>
          <a:prstGeom prst="rect">
            <a:avLst/>
          </a:prstGeom>
          <a:solidFill>
            <a:srgbClr val="FFFFFF"/>
          </a:solidFill>
          <a:ln w="9525">
            <a:solidFill>
              <a:srgbClr val="6B6B6B"/>
            </a:solidFill>
          </a:ln>
        </p:spPr>
        <p:txBody>
          <a:bodyPr wrap="square" lIns="36000" rIns="36000" tIns="18000" bIns="18000" anchor="ctr">
            <a:normAutofit/>
          </a:bodyPr>
          <a:lstStyle/>
          <a:p>
            <a:endParaRPr lang="en-US" dirty="0"/>
          </a:p>
        </p:txBody>
      </p:sp>
      <p:sp>
        <p:nvSpPr>
          <p:cNvPr id="20" name="Shape 20"/>
          <p:cNvSpPr/>
          <p:nvPr/>
        </p:nvSpPr>
        <p:spPr>
          <a:xfrm>
            <a:off x="8093568" y="1400000"/>
            <a:ext cx="3638184" cy="60000"/>
          </a:xfrm>
          <a:prstGeom prst="rect">
            <a:avLst/>
          </a:prstGeom>
          <a:solidFill>
            <a:srgbClr val="6B6B6B"/>
          </a:solidFill>
          <a:ln>
            <a:noFill/>
          </a:ln>
        </p:spPr>
        <p:txBody>
          <a:bodyPr wrap="square" lIns="36000" rIns="36000" tIns="18000" bIns="18000" anchor="ctr">
            <a:normAutofit/>
          </a:bodyPr>
          <a:lstStyle/>
          <a:p>
            <a:endParaRPr lang="en-US" dirty="0"/>
          </a:p>
        </p:txBody>
      </p:sp>
      <p:sp>
        <p:nvSpPr>
          <p:cNvPr id="23" name="Shape 23"/>
          <p:cNvSpPr/>
          <p:nvPr/>
        </p:nvSpPr>
        <p:spPr>
          <a:xfrm>
            <a:off x="457200" y="4250000"/>
            <a:ext cx="11274552" cy="750000"/>
          </a:xfrm>
          <a:prstGeom prst="roundRect">
            <a:avLst/>
          </a:prstGeom>
          <a:solidFill>
            <a:srgbClr val="007A2E"/>
          </a:solidFill>
          <a:ln>
            <a:noFill/>
          </a:ln>
        </p:spPr>
        <p:txBody>
          <a:bodyPr wrap="square" lIns="36000" rIns="36000" tIns="18000" bIns="18000" anchor="ctr">
            <a:normAutofit/>
          </a:bodyPr>
          <a:lstStyle/>
          <a:p>
            <a:endParaRPr lang="en-US" dirty="0"/>
          </a:p>
        </p:txBody>
      </p:sp>
      <p:sp>
        <p:nvSpPr>
          <p:cNvPr id="13" name="Shape 13"/>
          <p:cNvSpPr/>
          <p:nvPr/>
        </p:nvSpPr>
        <p:spPr>
          <a:xfrm>
            <a:off x="607200" y="1540000"/>
            <a:ext cx="3338184" cy="391000"/>
          </a:xfrm>
          <a:prstGeom prst="rect">
            <a:avLst/>
          </a:prstGeom>
          <a:noFill/>
          <a:ln>
            <a:noFill/>
          </a:ln>
        </p:spPr>
        <p:txBody>
          <a:bodyPr wrap="square" lIns="0" rIns="0" tIns="0" bIns="0" anchor="t">
            <a:normAutofit/>
          </a:bodyPr>
          <a:lstStyle/>
          <a:p>
            <a:pPr algn="l"/>
            <a:r>
              <a:rPr lang="en-US" sz="1700" b="1" dirty="0">
                <a:solidFill>
                  <a:srgbClr val="007A2E"/>
                </a:solidFill>
              </a:rPr>
              <a:t>Get it</a:t>
            </a:r>
          </a:p>
        </p:txBody>
      </p:sp>
      <p:sp>
        <p:nvSpPr>
          <p:cNvPr id="14" name="Shape 14"/>
          <p:cNvSpPr/>
          <p:nvPr/>
        </p:nvSpPr>
        <p:spPr>
          <a:xfrm>
            <a:off x="607200" y="1981000"/>
            <a:ext cx="3338184" cy="1909000"/>
          </a:xfrm>
          <a:prstGeom prst="rect">
            <a:avLst/>
          </a:prstGeom>
          <a:noFill/>
          <a:ln>
            <a:noFill/>
          </a:ln>
        </p:spPr>
        <p:txBody>
          <a:bodyPr wrap="square" lIns="0" rIns="0" tIns="0" bIns="0" anchor="t">
            <a:normAutofit/>
          </a:bodyPr>
          <a:lstStyle/>
          <a:p>
            <a:pPr algn="l"/>
            <a:r>
              <a:rPr lang="en-US" sz="1450" dirty="0">
                <a:solidFill>
                  <a:srgbClr val="222222"/>
                </a:solidFill>
              </a:rPr>
              <a:t>• github.com/mwiget/ocibnkctl</a:t>
            </a:r>
          </a:p>
          <a:p>
            <a:pPr algn="l"/>
            <a:r>
              <a:rPr lang="en-US" sz="1450" dirty="0">
                <a:solidFill>
                  <a:srgbClr val="222222"/>
                </a:solidFill>
              </a:rPr>
              <a:t>• guide: docs/llm-gateway-howto.md</a:t>
            </a:r>
          </a:p>
          <a:p>
            <a:pPr algn="l"/>
            <a:r>
              <a:rPr lang="en-US" sz="1450" dirty="0">
                <a:solidFill>
                  <a:srgbClr val="222222"/>
                </a:solidFill>
              </a:rPr>
              <a:t>• release binaries: macOS arm64, Linux amd64 and arm64</a:t>
            </a:r>
          </a:p>
          <a:p>
            <a:pPr algn="l"/>
            <a:r>
              <a:rPr lang="en-US" sz="1450" dirty="0">
                <a:solidFill>
                  <a:srgbClr val="222222"/>
                </a:solidFill>
              </a:rPr>
              <a:t>• needs Docker, kubectl, helm; 10 cores, 24 GB</a:t>
            </a:r>
          </a:p>
        </p:txBody>
      </p:sp>
      <p:sp>
        <p:nvSpPr>
          <p:cNvPr id="17" name="Shape 17"/>
          <p:cNvSpPr/>
          <p:nvPr/>
        </p:nvSpPr>
        <p:spPr>
          <a:xfrm>
            <a:off x="4425384" y="1540000"/>
            <a:ext cx="3338184" cy="391000"/>
          </a:xfrm>
          <a:prstGeom prst="rect">
            <a:avLst/>
          </a:prstGeom>
          <a:noFill/>
          <a:ln>
            <a:noFill/>
          </a:ln>
        </p:spPr>
        <p:txBody>
          <a:bodyPr wrap="square" lIns="0" rIns="0" tIns="0" bIns="0" anchor="t">
            <a:normAutofit/>
          </a:bodyPr>
          <a:lstStyle/>
          <a:p>
            <a:pPr algn="l"/>
            <a:r>
              <a:rPr lang="en-US" sz="1700" b="1" dirty="0">
                <a:solidFill>
                  <a:srgbClr val="0E41AA"/>
                </a:solidFill>
              </a:rPr>
              <a:t>Bring</a:t>
            </a:r>
          </a:p>
        </p:txBody>
      </p:sp>
      <p:sp>
        <p:nvSpPr>
          <p:cNvPr id="18" name="Shape 18"/>
          <p:cNvSpPr/>
          <p:nvPr/>
        </p:nvSpPr>
        <p:spPr>
          <a:xfrm>
            <a:off x="4425384" y="1981000"/>
            <a:ext cx="3338184" cy="1909000"/>
          </a:xfrm>
          <a:prstGeom prst="rect">
            <a:avLst/>
          </a:prstGeom>
          <a:noFill/>
          <a:ln>
            <a:noFill/>
          </a:ln>
        </p:spPr>
        <p:txBody>
          <a:bodyPr wrap="square" lIns="0" rIns="0" tIns="0" bIns="0" anchor="t">
            <a:normAutofit/>
          </a:bodyPr>
          <a:lstStyle/>
          <a:p>
            <a:pPr algn="l"/>
            <a:r>
              <a:rPr lang="en-US" sz="1450" dirty="0">
                <a:solidFill>
                  <a:srgbClr val="222222"/>
                </a:solidFill>
              </a:rPr>
              <a:t>• your F5 FAR image-pull key</a:t>
            </a:r>
          </a:p>
          <a:p>
            <a:pPr algn="l"/>
            <a:r>
              <a:rPr lang="en-US" sz="1450" dirty="0">
                <a:solidFill>
                  <a:srgbClr val="222222"/>
                </a:solidFill>
              </a:rPr>
              <a:t>• a BNK license JWT</a:t>
            </a:r>
          </a:p>
          <a:p>
            <a:pPr algn="l"/>
            <a:r>
              <a:rPr lang="en-US" sz="1450" dirty="0">
                <a:solidFill>
                  <a:srgbClr val="222222"/>
                </a:solidFill>
              </a:rPr>
              <a:t>• nothing else: no GPU, no provider key</a:t>
            </a:r>
          </a:p>
          <a:p>
            <a:pPr algn="l"/>
            <a:r>
              <a:rPr lang="en-US" sz="1450" dirty="0">
                <a:solidFill>
                  <a:srgbClr val="222222"/>
                </a:solidFill>
              </a:rPr>
              <a:t>• smaller hosts: the small-host profile</a:t>
            </a:r>
          </a:p>
        </p:txBody>
      </p:sp>
      <p:sp>
        <p:nvSpPr>
          <p:cNvPr id="21" name="Shape 21"/>
          <p:cNvSpPr/>
          <p:nvPr/>
        </p:nvSpPr>
        <p:spPr>
          <a:xfrm>
            <a:off x="8243568" y="1540000"/>
            <a:ext cx="3338184" cy="391000"/>
          </a:xfrm>
          <a:prstGeom prst="rect">
            <a:avLst/>
          </a:prstGeom>
          <a:noFill/>
          <a:ln>
            <a:noFill/>
          </a:ln>
        </p:spPr>
        <p:txBody>
          <a:bodyPr wrap="square" lIns="0" rIns="0" tIns="0" bIns="0" anchor="t">
            <a:normAutofit/>
          </a:bodyPr>
          <a:lstStyle/>
          <a:p>
            <a:pPr algn="l"/>
            <a:r>
              <a:rPr lang="en-US" sz="1700" b="1" dirty="0">
                <a:solidFill>
                  <a:srgbClr val="6B6B6B"/>
                </a:solidFill>
              </a:rPr>
              <a:t>Read more</a:t>
            </a:r>
          </a:p>
        </p:txBody>
      </p:sp>
      <p:sp>
        <p:nvSpPr>
          <p:cNvPr id="22" name="Shape 22"/>
          <p:cNvSpPr/>
          <p:nvPr/>
        </p:nvSpPr>
        <p:spPr>
          <a:xfrm>
            <a:off x="8243568" y="1981000"/>
            <a:ext cx="3338184" cy="1909000"/>
          </a:xfrm>
          <a:prstGeom prst="rect">
            <a:avLst/>
          </a:prstGeom>
          <a:noFill/>
          <a:ln>
            <a:noFill/>
          </a:ln>
        </p:spPr>
        <p:txBody>
          <a:bodyPr wrap="square" lIns="0" rIns="0" tIns="0" bIns="0" anchor="t">
            <a:normAutofit/>
          </a:bodyPr>
          <a:lstStyle/>
          <a:p>
            <a:pPr algn="l"/>
            <a:r>
              <a:rPr lang="en-US" sz="1450" dirty="0">
                <a:solidFill>
                  <a:srgbClr val="222222"/>
                </a:solidFill>
              </a:rPr>
              <a:t>• clouddocs.f5.com/bigip-next-for-kubernetes/2.4</a:t>
            </a:r>
          </a:p>
          <a:p>
            <a:pPr algn="l"/>
            <a:r>
              <a:rPr lang="en-US" sz="1450" dirty="0">
                <a:solidFill>
                  <a:srgbClr val="222222"/>
                </a:solidFill>
              </a:rPr>
              <a:t>• F5 internal: PDR “BNK as LLM Gateway”</a:t>
            </a:r>
          </a:p>
          <a:p>
            <a:pPr algn="l"/>
            <a:r>
              <a:rPr lang="en-US" sz="1450" dirty="0">
                <a:solidFill>
                  <a:srgbClr val="222222"/>
                </a:solidFill>
              </a:rPr>
              <a:t>• Jira BIPNXTSPPM-2960</a:t>
            </a:r>
          </a:p>
          <a:p>
            <a:pPr algn="l"/>
            <a:r>
              <a:rPr lang="en-US" sz="1450" dirty="0">
                <a:solidFill>
                  <a:srgbClr val="222222"/>
                </a:solidFill>
              </a:rPr>
              <a:t>• AGENTS.md in every PoC</a:t>
            </a:r>
          </a:p>
        </p:txBody>
      </p:sp>
      <p:sp>
        <p:nvSpPr>
          <p:cNvPr id="24" name="Shape 24"/>
          <p:cNvSpPr/>
          <p:nvPr/>
        </p:nvSpPr>
        <p:spPr>
          <a:xfrm>
            <a:off x="657200" y="4310000"/>
            <a:ext cx="10874552" cy="630000"/>
          </a:xfrm>
          <a:prstGeom prst="rect">
            <a:avLst/>
          </a:prstGeom>
          <a:noFill/>
          <a:ln>
            <a:noFill/>
          </a:ln>
        </p:spPr>
        <p:txBody>
          <a:bodyPr wrap="square" lIns="0" rIns="0" tIns="0" bIns="0" anchor="ctr">
            <a:normAutofit/>
          </a:bodyPr>
          <a:lstStyle/>
          <a:p>
            <a:pPr algn="l"/>
            <a:r>
              <a:rPr lang="en-US" sz="1300" b="1" dirty="0">
                <a:solidFill>
                  <a:srgbClr val="FFFFFF"/>
                </a:solidFill>
              </a:rPr>
              <a:t>Post your questions and results in the Teams channel</a:t>
            </a:r>
          </a:p>
          <a:p>
            <a:pPr algn="l"/>
            <a:r>
              <a:rPr lang="en-US" sz="1100" dirty="0">
                <a:solidFill>
                  <a:srgbClr val="E6E6E6"/>
                </a:solidFill>
              </a:rPr>
              <a:t>Issues and pull requests on the repo are welcome. ocibnkctl is a field tool, not a supported F5 product.</a:t>
            </a:r>
          </a:p>
        </p:txBody>
      </p:sp>
      <p:sp>
        <p:nvSpPr>
          <p:cNvPr id="25" name="Shape 25"/>
          <p:cNvSpPr/>
          <p:nvPr/>
        </p:nvSpPr>
        <p:spPr>
          <a:xfrm>
            <a:off x="10281752" y="130000"/>
            <a:ext cx="1450000" cy="260000"/>
          </a:xfrm>
          <a:prstGeom prst="roundRect">
            <a:avLst/>
          </a:prstGeom>
          <a:solidFill>
            <a:srgbClr val="6B6B6B"/>
          </a:solidFill>
          <a:ln>
            <a:noFill/>
          </a:ln>
        </p:spPr>
        <p:txBody>
          <a:bodyPr wrap="square" lIns="36000" rIns="36000" tIns="18000" bIns="18000" anchor="ctr">
            <a:normAutofit/>
          </a:bodyPr>
          <a:lstStyle/>
          <a:p>
            <a:pPr algn="ctr"/>
            <a:r>
              <a:rPr lang="en-US" sz="900" b="1" dirty="0">
                <a:solidFill>
                  <a:srgbClr val="FFFFFF"/>
                </a:solidFill>
              </a:rPr>
              <a:t>GET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F5 Theme_FY26">
  <a:themeElements>
    <a:clrScheme name="F5-FY26Q3">
      <a:dk1>
        <a:srgbClr val="000000"/>
      </a:dk1>
      <a:lt1>
        <a:srgbClr val="FFFFFF"/>
      </a:lt1>
      <a:dk2>
        <a:srgbClr val="222222"/>
      </a:dk2>
      <a:lt2>
        <a:srgbClr val="E6E6E6"/>
      </a:lt2>
      <a:accent1>
        <a:srgbClr val="0E41AA"/>
      </a:accent1>
      <a:accent2>
        <a:srgbClr val="933CCC"/>
      </a:accent2>
      <a:accent3>
        <a:srgbClr val="AB2782"/>
      </a:accent3>
      <a:accent4>
        <a:srgbClr val="E4002B"/>
      </a:accent4>
      <a:accent5>
        <a:srgbClr val="F29A36"/>
      </a:accent5>
      <a:accent6>
        <a:srgbClr val="009639"/>
      </a:accent6>
      <a:hlink>
        <a:srgbClr val="0E41AA"/>
      </a:hlink>
      <a:folHlink>
        <a:srgbClr val="AB2782"/>
      </a:folHlink>
    </a:clrScheme>
    <a:fontScheme name="Custom 13">
      <a:majorFont>
        <a:latin typeface="Aptos Extra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l">
          <a:lnSpc>
            <a:spcPct val="90000"/>
          </a:lnSpc>
          <a:spcBef>
            <a:spcPts val="200"/>
          </a:spcBef>
          <a:spcAft>
            <a:spcPts val="200"/>
          </a:spcAft>
          <a:defRPr sz="1200" kern="100" dirty="0" err="1" smtClean="0">
            <a:solidFill>
              <a:schemeClr val="tx1"/>
            </a:solidFill>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8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5000"/>
          </a:lnSpc>
          <a:spcBef>
            <a:spcPts val="0"/>
          </a:spcBef>
          <a:spcAft>
            <a:spcPts val="600"/>
          </a:spcAft>
          <a:defRPr sz="1600" kern="100" dirty="0" smtClean="0">
            <a:latin typeface="+mn-lt"/>
          </a:defRPr>
        </a:defPPr>
      </a:lstStyle>
    </a:txDef>
  </a:objectDefaults>
  <a:extraClrSchemeLst/>
  <a:extLst>
    <a:ext uri="{05A4C25C-085E-4340-85A3-A5531E510DB2}">
      <thm15:themeFamily xmlns:thm15="http://schemas.microsoft.com/office/thememl/2012/main" name="F5-Template-Starter-FY26-Q3" id="{C5B28AB9-EFD3-8C46-951B-E7374BB5699A}" vid="{FC6E5C7C-F044-E648-9146-C639A79DF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F320DC5BEA64B876848DFAC4327E5" ma:contentTypeVersion="39" ma:contentTypeDescription="Create a new document." ma:contentTypeScope="" ma:versionID="b45127b04ceab9ec26f9852ce8a9bed5">
  <xsd:schema xmlns:xsd="http://www.w3.org/2001/XMLSchema" xmlns:xs="http://www.w3.org/2001/XMLSchema" xmlns:p="http://schemas.microsoft.com/office/2006/metadata/properties" xmlns:ns2="3fd7b252-cf13-45c9-a14d-021eec98dfa4" xmlns:ns3="64a7c496-7651-4a31-bc0e-3b76a7dc9e6d" xmlns:ns4="af9ae1a1-40d9-484a-8e79-5834d0c1baa5" targetNamespace="http://schemas.microsoft.com/office/2006/metadata/properties" ma:root="true" ma:fieldsID="b65b2f113b3fdf1f2c841410d2dea677" ns2:_="" ns3:_="" ns4:_="">
    <xsd:import namespace="3fd7b252-cf13-45c9-a14d-021eec98dfa4"/>
    <xsd:import namespace="64a7c496-7651-4a31-bc0e-3b76a7dc9e6d"/>
    <xsd:import namespace="af9ae1a1-40d9-484a-8e79-5834d0c1baa5"/>
    <xsd:element name="properties">
      <xsd:complexType>
        <xsd:sequence>
          <xsd:element name="documentManagement">
            <xsd:complexType>
              <xsd:all>
                <xsd:element ref="ns2:ProjectName" minOccurs="0"/>
                <xsd:element ref="ns2:TestType" minOccurs="0"/>
                <xsd:element ref="ns3:SharedWithUsers" minOccurs="0"/>
                <xsd:element ref="ns3:SharedWithDetails" minOccurs="0"/>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Purpose" minOccurs="0"/>
                <xsd:element ref="ns2:Variable" minOccurs="0"/>
                <xsd:element ref="ns2:MediaType" minOccurs="0"/>
                <xsd:element ref="ns2:Channel" minOccurs="0"/>
                <xsd:element ref="ns2:Vertical" minOccurs="0"/>
                <xsd:element ref="ns2:Test" minOccurs="0"/>
                <xsd:element ref="ns2:Date" minOccurs="0"/>
                <xsd:element ref="ns2:TestType2" minOccurs="0"/>
                <xsd:element ref="ns2:ReportType2" minOccurs="0"/>
                <xsd:element ref="ns2:Partner" minOccurs="0"/>
                <xsd:element ref="ns2:MediaType2" minOccurs="0"/>
                <xsd:element ref="ns2:Channel2" minOccurs="0"/>
                <xsd:element ref="ns2:lcf76f155ced4ddcb4097134ff3c332f" minOccurs="0"/>
                <xsd:element ref="ns4: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7b252-cf13-45c9-a14d-021eec98dfa4" elementFormDefault="qualified">
    <xsd:import namespace="http://schemas.microsoft.com/office/2006/documentManagement/types"/>
    <xsd:import namespace="http://schemas.microsoft.com/office/infopath/2007/PartnerControls"/>
    <xsd:element name="ProjectName" ma:index="2" nillable="true" ma:displayName="Initiative" ma:format="Dropdown" ma:internalName="ProjectName">
      <xsd:simpleType>
        <xsd:restriction base="dms:Choice">
          <xsd:enumeration value="F5 CX WAAP"/>
          <xsd:enumeration value="SOAS"/>
          <xsd:enumeration value="Fujita"/>
          <xsd:enumeration value="Awareness"/>
          <xsd:enumeration value="Adaptive Apps"/>
          <xsd:enumeration value="Vertical"/>
          <xsd:enumeration value="SDLA"/>
          <xsd:enumeration value="MAD"/>
          <xsd:enumeration value="SDE"/>
          <xsd:enumeration value="Multiple"/>
        </xsd:restriction>
      </xsd:simpleType>
    </xsd:element>
    <xsd:element name="TestType" ma:index="3" nillable="true" ma:displayName="Test Type" ma:format="Dropdown" ma:internalName="TestType">
      <xsd:simpleType>
        <xsd:union memberTypes="dms:Text">
          <xsd:simpleType>
            <xsd:restriction base="dms:Choice">
              <xsd:enumeration value="A/B"/>
              <xsd:enumeration value="UX"/>
              <xsd:enumeration value="Multiple"/>
              <xsd:enumeration value="Brand Perception"/>
              <xsd:enumeration value="User Testing"/>
            </xsd:restriction>
          </xsd:simpleType>
        </xsd:un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hidden="true"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hidden="true"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true">
      <xsd:simpleType>
        <xsd:restriction base="dms:Note"/>
      </xsd:simpleType>
    </xsd:element>
    <xsd:element name="MediaLengthInSeconds" ma:index="18" nillable="true" ma:displayName="Length (seconds)" ma:hidden="true" ma:internalName="MediaLengthInSeconds" ma:readOnly="true">
      <xsd:simpleType>
        <xsd:restriction base="dms:Unknown"/>
      </xsd:simpleType>
    </xsd:element>
    <xsd:element name="Purpose" ma:index="23" nillable="true" ma:displayName="Report Type" ma:format="Dropdown" ma:internalName="Purpose">
      <xsd:simpleType>
        <xsd:restriction base="dms:Choice">
          <xsd:enumeration value="Data"/>
          <xsd:enumeration value="Insights"/>
          <xsd:enumeration value="Data and Insights"/>
          <xsd:enumeration value="Readout"/>
        </xsd:restriction>
      </xsd:simpleType>
    </xsd:element>
    <xsd:element name="Variable" ma:index="24" nillable="true" ma:displayName="Test Variable" ma:format="Dropdown" ma:internalName="Variable">
      <xsd:simpleType>
        <xsd:restriction base="dms:Choice">
          <xsd:enumeration value="Image"/>
          <xsd:enumeration value="Copy"/>
          <xsd:enumeration value="CTA"/>
          <xsd:enumeration value="Motion"/>
          <xsd:enumeration value="Size"/>
          <xsd:enumeration value="Run time"/>
          <xsd:enumeration value="Captions"/>
        </xsd:restriction>
      </xsd:simpleType>
    </xsd:element>
    <xsd:element name="MediaType" ma:index="25" nillable="true" ma:displayName="Media Type" ma:format="Dropdown" ma:internalName="MediaType">
      <xsd:simpleType>
        <xsd:restriction base="dms:Choice">
          <xsd:enumeration value="Paid Search"/>
          <xsd:enumeration value="Paid Display"/>
          <xsd:enumeration value="Owned Social"/>
          <xsd:enumeration value="Paid Social"/>
          <xsd:enumeration value="Banner Ads"/>
          <xsd:enumeration value="Video"/>
          <xsd:enumeration value="Social Media"/>
          <xsd:enumeration value="Always On"/>
        </xsd:restriction>
      </xsd:simpleType>
    </xsd:element>
    <xsd:element name="Channel" ma:index="26" nillable="true" ma:displayName="Channel" ma:format="Dropdown" ma:internalName="Channel">
      <xsd:simpleType>
        <xsd:restriction base="dms:Choice">
          <xsd:enumeration value="LinkedIn"/>
          <xsd:enumeration value="Facebook"/>
          <xsd:enumeration value="YouTube"/>
          <xsd:enumeration value="Vimeo"/>
          <xsd:enumeration value="Paid Social"/>
          <xsd:enumeration value="Paid Search"/>
          <xsd:enumeration value="Paid Display"/>
          <xsd:enumeration value="Twitter"/>
          <xsd:enumeration value="AlwaysOn"/>
          <xsd:enumeration value="Tableau"/>
          <xsd:enumeration value="Datarama"/>
          <xsd:enumeration value="Adobe Analytics"/>
          <xsd:enumeration value="Google Analytics"/>
        </xsd:restriction>
      </xsd:simpleType>
    </xsd:element>
    <xsd:element name="Vertical" ma:index="27" nillable="true" ma:displayName="Vertical" ma:format="Dropdown" ma:internalName="Vertical">
      <xsd:simpleType>
        <xsd:restriction base="dms:Choice">
          <xsd:enumeration value="App Security"/>
          <xsd:enumeration value="BFSI"/>
          <xsd:enumeration value="Service Provider"/>
          <xsd:enumeration value="Public Sector"/>
          <xsd:enumeration value="Ecommerce"/>
          <xsd:enumeration value="Healthcare"/>
        </xsd:restriction>
      </xsd:simpleType>
    </xsd:element>
    <xsd:element name="Test" ma:index="28" nillable="true" ma:displayName="Notes" ma:format="Dropdown" ma:internalName="Test">
      <xsd:simpleType>
        <xsd:restriction base="dms:Note">
          <xsd:maxLength value="255"/>
        </xsd:restriction>
      </xsd:simpleType>
    </xsd:element>
    <xsd:element name="Date" ma:index="29" nillable="true" ma:displayName="Date" ma:format="Dropdown" ma:internalName="Date">
      <xsd:simpleType>
        <xsd:restriction base="dms:Text">
          <xsd:maxLength value="255"/>
        </xsd:restriction>
      </xsd:simpleType>
    </xsd:element>
    <xsd:element name="TestType2" ma:index="30" nillable="true" ma:displayName="Test Type 2" ma:format="Dropdown" ma:internalName="TestType2">
      <xsd:simpleType>
        <xsd:restriction base="dms:Choice">
          <xsd:enumeration value="A/B"/>
          <xsd:enumeration value="UX"/>
          <xsd:enumeration value="Multiple"/>
          <xsd:enumeration value="Brand Perception"/>
          <xsd:enumeration value="User Testing"/>
        </xsd:restriction>
      </xsd:simpleType>
    </xsd:element>
    <xsd:element name="ReportType2" ma:index="31" nillable="true" ma:displayName="Report Type 2" ma:format="Dropdown" ma:internalName="ReportType2">
      <xsd:simpleType>
        <xsd:restriction base="dms:Choice">
          <xsd:enumeration value="Data"/>
          <xsd:enumeration value="Insights"/>
          <xsd:enumeration value="Data and Insights"/>
          <xsd:enumeration value="Readout"/>
        </xsd:restriction>
      </xsd:simpleType>
    </xsd:element>
    <xsd:element name="Partner" ma:index="32" nillable="true" ma:displayName="Partner" ma:format="Dropdown" ma:internalName="Partner">
      <xsd:simpleType>
        <xsd:restriction base="dms:Choice">
          <xsd:enumeration value="Brainlabs"/>
          <xsd:enumeration value="UpTop"/>
          <xsd:enumeration value="User Testing"/>
          <xsd:enumeration value="Madfish"/>
        </xsd:restriction>
      </xsd:simpleType>
    </xsd:element>
    <xsd:element name="MediaType2" ma:index="33" nillable="true" ma:displayName="Media Type 2" ma:format="Dropdown" ma:internalName="MediaType2">
      <xsd:simpleType>
        <xsd:restriction base="dms:Choice">
          <xsd:enumeration value="Paid Search"/>
          <xsd:enumeration value="Paid Display"/>
          <xsd:enumeration value="Owned Social"/>
          <xsd:enumeration value="Paid Social"/>
          <xsd:enumeration value="Banner Ads"/>
          <xsd:enumeration value="Video"/>
          <xsd:enumeration value="Social Media"/>
          <xsd:enumeration value="Always On"/>
        </xsd:restriction>
      </xsd:simpleType>
    </xsd:element>
    <xsd:element name="Channel2" ma:index="34" nillable="true" ma:displayName="Channel 2" ma:format="Dropdown" ma:internalName="Channel2">
      <xsd:simpleType>
        <xsd:restriction base="dms:Choice">
          <xsd:enumeration value="LinkedIn"/>
          <xsd:enumeration value="Facebook"/>
          <xsd:enumeration value="YouTube"/>
          <xsd:enumeration value="Vimeo"/>
          <xsd:enumeration value="Paid Social"/>
          <xsd:enumeration value="Paid Search"/>
          <xsd:enumeration value="Paid Display"/>
          <xsd:enumeration value="Twitter"/>
          <xsd:enumeration value="Always On"/>
          <xsd:enumeration value="Tableau"/>
          <xsd:enumeration value="Datarama"/>
          <xsd:enumeration value="Adobe Analytics"/>
          <xsd:enumeration value="Google Analytics"/>
        </xsd:restriction>
      </xsd:simpleType>
    </xsd:element>
    <xsd:element name="lcf76f155ced4ddcb4097134ff3c332f" ma:index="36" nillable="true" ma:taxonomy="true" ma:internalName="lcf76f155ced4ddcb4097134ff3c332f" ma:taxonomyFieldName="MediaServiceImageTags" ma:displayName="Image Tags" ma:readOnly="false" ma:fieldId="{5cf76f15-5ced-4ddc-b409-7134ff3c332f}" ma:taxonomyMulti="true" ma:sspId="d8e3dbf5-c6ed-4cb8-a6ba-f39a75e0162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8" nillable="true" ma:displayName="MediaServiceObjectDetectorVersions" ma:hidden="true" ma:indexed="true" ma:internalName="MediaServiceObjectDetectorVersions" ma:readOnly="true">
      <xsd:simpleType>
        <xsd:restriction base="dms:Text"/>
      </xsd:simpleType>
    </xsd:element>
    <xsd:element name="MediaServiceSearchProperties" ma:index="39" nillable="true" ma:displayName="MediaServiceSearchProperties" ma:hidden="true" ma:internalName="MediaServiceSearchProperties" ma:readOnly="true">
      <xsd:simpleType>
        <xsd:restriction base="dms:Note"/>
      </xsd:simpleType>
    </xsd:element>
    <xsd:element name="MediaServiceBillingMetadata" ma:index="4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a7c496-7651-4a31-bc0e-3b76a7dc9e6d" elementFormDefault="qualified">
    <xsd:import namespace="http://schemas.microsoft.com/office/2006/documentManagement/types"/>
    <xsd:import namespace="http://schemas.microsoft.com/office/infopath/2007/PartnerControls"/>
    <xsd:element name="SharedWithUsers" ma:index="6"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9ae1a1-40d9-484a-8e79-5834d0c1baa5" elementFormDefault="qualified">
    <xsd:import namespace="http://schemas.microsoft.com/office/2006/documentManagement/types"/>
    <xsd:import namespace="http://schemas.microsoft.com/office/infopath/2007/PartnerControls"/>
    <xsd:element name="TaxCatchAll" ma:index="37" nillable="true" ma:displayName="Taxonomy Catch All Column" ma:hidden="true" ma:list="{f9640fe0-4422-4af6-bf59-8c01f85763cf}" ma:internalName="TaxCatchAll" ma:showField="CatchAllData" ma:web="64a7c496-7651-4a31-bc0e-3b76a7dc9e6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artner xmlns="3fd7b252-cf13-45c9-a14d-021eec98dfa4" xsi:nil="true"/>
    <TestType xmlns="3fd7b252-cf13-45c9-a14d-021eec98dfa4" xsi:nil="true"/>
    <MediaType xmlns="3fd7b252-cf13-45c9-a14d-021eec98dfa4" xsi:nil="true"/>
    <lcf76f155ced4ddcb4097134ff3c332f xmlns="3fd7b252-cf13-45c9-a14d-021eec98dfa4">
      <Terms xmlns="http://schemas.microsoft.com/office/infopath/2007/PartnerControls"/>
    </lcf76f155ced4ddcb4097134ff3c332f>
    <Vertical xmlns="3fd7b252-cf13-45c9-a14d-021eec98dfa4" xsi:nil="true"/>
    <TestType2 xmlns="3fd7b252-cf13-45c9-a14d-021eec98dfa4" xsi:nil="true"/>
    <ProjectName xmlns="3fd7b252-cf13-45c9-a14d-021eec98dfa4" xsi:nil="true"/>
    <Test xmlns="3fd7b252-cf13-45c9-a14d-021eec98dfa4" xsi:nil="true"/>
    <Channel xmlns="3fd7b252-cf13-45c9-a14d-021eec98dfa4" xsi:nil="true"/>
    <MediaType2 xmlns="3fd7b252-cf13-45c9-a14d-021eec98dfa4" xsi:nil="true"/>
    <Variable xmlns="3fd7b252-cf13-45c9-a14d-021eec98dfa4" xsi:nil="true"/>
    <TaxCatchAll xmlns="af9ae1a1-40d9-484a-8e79-5834d0c1baa5" xsi:nil="true"/>
    <Purpose xmlns="3fd7b252-cf13-45c9-a14d-021eec98dfa4" xsi:nil="true"/>
    <Date xmlns="3fd7b252-cf13-45c9-a14d-021eec98dfa4" xsi:nil="true"/>
    <Channel2 xmlns="3fd7b252-cf13-45c9-a14d-021eec98dfa4" xsi:nil="true"/>
    <ReportType2 xmlns="3fd7b252-cf13-45c9-a14d-021eec98dfa4" xsi:nil="true"/>
  </documentManagement>
</p:properties>
</file>

<file path=customXml/itemProps1.xml><?xml version="1.0" encoding="utf-8"?>
<ds:datastoreItem xmlns:ds="http://schemas.openxmlformats.org/officeDocument/2006/customXml" ds:itemID="{A04936F3-DEB6-4620-950E-D348DD06EA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d7b252-cf13-45c9-a14d-021eec98dfa4"/>
    <ds:schemaRef ds:uri="64a7c496-7651-4a31-bc0e-3b76a7dc9e6d"/>
    <ds:schemaRef ds:uri="af9ae1a1-40d9-484a-8e79-5834d0c1ba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394260-8DB0-4D3F-BDA2-B9AAAA2D654F}">
  <ds:schemaRefs>
    <ds:schemaRef ds:uri="http://schemas.microsoft.com/sharepoint/v3/contenttype/forms"/>
  </ds:schemaRefs>
</ds:datastoreItem>
</file>

<file path=customXml/itemProps3.xml><?xml version="1.0" encoding="utf-8"?>
<ds:datastoreItem xmlns:ds="http://schemas.openxmlformats.org/officeDocument/2006/customXml" ds:itemID="{86D16A51-F360-4133-A543-D2106034D290}">
  <ds:schemaRefs>
    <ds:schemaRef ds:uri="http://schemas.openxmlformats.org/package/2006/metadata/core-properties"/>
    <ds:schemaRef ds:uri="http://purl.org/dc/terms/"/>
    <ds:schemaRef ds:uri="http://www.w3.org/XML/1998/namespace"/>
    <ds:schemaRef ds:uri="http://purl.org/dc/dcmitype/"/>
    <ds:schemaRef ds:uri="3fd7b252-cf13-45c9-a14d-021eec98dfa4"/>
    <ds:schemaRef ds:uri="http://schemas.microsoft.com/office/2006/documentManagement/types"/>
    <ds:schemaRef ds:uri="64a7c496-7651-4a31-bc0e-3b76a7dc9e6d"/>
    <ds:schemaRef ds:uri="http://purl.org/dc/elements/1.1/"/>
    <ds:schemaRef ds:uri="http://schemas.microsoft.com/office/infopath/2007/PartnerControls"/>
    <ds:schemaRef ds:uri="af9ae1a1-40d9-484a-8e79-5834d0c1baa5"/>
    <ds:schemaRef ds:uri="http://schemas.microsoft.com/office/2006/metadata/properties"/>
  </ds:schemaRefs>
</ds:datastoreItem>
</file>

<file path=docMetadata/LabelInfo.xml><?xml version="1.0" encoding="utf-8"?>
<clbl:labelList xmlns:clbl="http://schemas.microsoft.com/office/2020/mipLabelMetadata">
  <clbl:label id="{dd3dfd2f-6a3b-40d1-9be0-bf8327d81c50}" enabled="0" method="" siteId="{dd3dfd2f-6a3b-40d1-9be0-bf8327d81c50}" removed="1"/>
</clbl:labelList>
</file>

<file path=docProps/app.xml><?xml version="1.0" encoding="utf-8"?>
<Properties xmlns="http://schemas.openxmlformats.org/officeDocument/2006/extended-properties" xmlns:vt="http://schemas.openxmlformats.org/officeDocument/2006/docPropsVTypes">
  <Template/>
  <TotalTime>17</TotalTime>
  <Words>167</Words>
  <Application>Microsoft Macintosh PowerPoint</Application>
  <PresentationFormat>Widescreen</PresentationFormat>
  <Paragraphs>38</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ExtraBold</vt:lpstr>
      <vt:lpstr>Arial</vt:lpstr>
      <vt:lpstr>Arial Narrow</vt:lpstr>
      <vt:lpstr>F5 Theme_FY26</vt:lpstr>
      <vt:lpstr>Title goes here </vt:lpstr>
      <vt:lpstr>Agenda</vt:lpstr>
      <vt:lpstr>Section header layout</vt:lpstr>
      <vt:lpstr>Title with no subhead</vt:lpstr>
      <vt:lpstr>Slide Title</vt:lpstr>
      <vt:lpstr>Title with no subhead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Leonti</dc:creator>
  <cp:lastModifiedBy>Steven Leonti</cp:lastModifiedBy>
  <cp:revision>2</cp:revision>
  <dcterms:created xsi:type="dcterms:W3CDTF">2026-04-16T17:19:15Z</dcterms:created>
  <dcterms:modified xsi:type="dcterms:W3CDTF">2026-04-16T17:36:59Z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0x0101002E3F320DC5BEA64B876848DFAC4327E5</vt:lpwstr>
  </property>
  <property fmtid="{D5CDD505-2E9C-101B-9397-08002B2CF9AE}" pid="3" name="MediaServiceImageTags">
    <vt:lpwstr/>
  </property>
</Properties>
</file>