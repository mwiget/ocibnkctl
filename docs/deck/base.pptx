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2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0001"/>
    <a:srgbClr val="7D0007"/>
    <a:srgbClr val="B30013"/>
    <a:srgbClr val="FF636B"/>
    <a:srgbClr val="FF918C"/>
    <a:srgbClr val="FFA59E"/>
    <a:srgbClr val="FFC9C4"/>
    <a:srgbClr val="4D2601"/>
    <a:srgbClr val="733800"/>
    <a:srgbClr val="A354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37" autoAdjust="0"/>
    <p:restoredTop sz="94694"/>
  </p:normalViewPr>
  <p:slideViewPr>
    <p:cSldViewPr snapToGrid="0">
      <p:cViewPr>
        <p:scale>
          <a:sx n="98" d="100"/>
          <a:sy n="98" d="100"/>
        </p:scale>
        <p:origin x="1280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1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14" Type="http://schemas.openxmlformats.org/officeDocument/2006/relationships/viewProps" Target="viewProps.xml"/>  
  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644A2-0D2F-4BDA-864F-D2738DD8741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46B7F4-FB43-4894-A2D0-A9192FE6C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3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Sol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4FDFB-D8B5-4D90-9CC9-76F69904148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6AF44DA-001C-9E7F-AD01-D958D456BB79}"/>
              </a:ext>
            </a:extLst>
          </p:cNvPr>
          <p:cNvGrpSpPr/>
          <p:nvPr userDrawn="1"/>
        </p:nvGrpSpPr>
        <p:grpSpPr>
          <a:xfrm>
            <a:off x="0" y="6763512"/>
            <a:ext cx="12192000" cy="94488"/>
            <a:chOff x="4107" y="7202786"/>
            <a:chExt cx="12187893" cy="3175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07FCF1-D1B8-B070-2327-F3F96B348AB9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ED93EB-90C9-6617-A634-5A8CB61A3C5B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EA4AA0-FD7D-51BE-D1CF-58B4B5A45834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75DC19F-0D82-5BCB-44A3-CCED469399B0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5BE33C-0832-4FCA-046C-A527E97B273F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B742BB9-D617-673F-B69C-8655B226E3A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4106273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0C1A0F2-89F3-BE39-6496-9551782A907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1116106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64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: Black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reeform: Shape 4">
            <a:extLst>
              <a:ext uri="{FF2B5EF4-FFF2-40B4-BE49-F238E27FC236}">
                <a16:creationId xmlns:a16="http://schemas.microsoft.com/office/drawing/2014/main" id="{8DF2233F-6D34-9FE4-FE8D-E81D4E769941}"/>
              </a:ext>
            </a:extLst>
          </p:cNvPr>
          <p:cNvSpPr/>
          <p:nvPr userDrawn="1"/>
        </p:nvSpPr>
        <p:spPr>
          <a:xfrm>
            <a:off x="1346425" y="0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2" name="Freeform: Shape 7">
            <a:extLst>
              <a:ext uri="{FF2B5EF4-FFF2-40B4-BE49-F238E27FC236}">
                <a16:creationId xmlns:a16="http://schemas.microsoft.com/office/drawing/2014/main" id="{07D2F523-49D1-8C89-9CF7-95CBF4F2909A}"/>
              </a:ext>
            </a:extLst>
          </p:cNvPr>
          <p:cNvSpPr/>
          <p:nvPr userDrawn="1"/>
        </p:nvSpPr>
        <p:spPr>
          <a:xfrm>
            <a:off x="1" y="0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72B347F-F7C5-F39C-2D59-19BAFA0C7B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899" y="471509"/>
            <a:ext cx="603504" cy="603504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898D6D05-97DF-4C74-8943-E0633B92DAB3}"/>
              </a:ext>
            </a:extLst>
          </p:cNvPr>
          <p:cNvSpPr>
            <a:spLocks noGrp="1"/>
          </p:cNvSpPr>
          <p:nvPr userDrawn="1">
            <p:ph type="ctrTitle"/>
          </p:nvPr>
        </p:nvSpPr>
        <p:spPr bwMode="black">
          <a:xfrm>
            <a:off x="457200" y="1143000"/>
            <a:ext cx="7970363" cy="2446038"/>
          </a:xfrm>
          <a:prstGeom prst="rect">
            <a:avLst/>
          </a:prstGeom>
        </p:spPr>
        <p:txBody>
          <a:bodyPr anchor="b"/>
          <a:lstStyle>
            <a:lvl1pPr algn="l">
              <a:defRPr sz="4800" spc="-1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F48ABA-D537-0BEA-5127-7333B84D8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933825"/>
            <a:ext cx="7970362" cy="178117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2pPr>
            <a:lvl3pPr marL="457200" indent="-457200">
              <a:buFontTx/>
              <a:buNone/>
              <a:defRPr sz="1600">
                <a:solidFill>
                  <a:schemeClr val="bg1"/>
                </a:solidFill>
              </a:defRPr>
            </a:lvl3pPr>
            <a:lvl4pPr marL="685800" indent="-685800">
              <a:buFontTx/>
              <a:buNone/>
              <a:defRPr sz="1600">
                <a:solidFill>
                  <a:schemeClr val="bg1"/>
                </a:solidFill>
              </a:defRPr>
            </a:lvl4pPr>
            <a:lvl5pP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C6EA5E-5A1D-6E2E-9AB2-DDA91FB8D0E1}"/>
              </a:ext>
            </a:extLst>
          </p:cNvPr>
          <p:cNvGrpSpPr/>
          <p:nvPr userDrawn="1"/>
        </p:nvGrpSpPr>
        <p:grpSpPr>
          <a:xfrm>
            <a:off x="0" y="6763512"/>
            <a:ext cx="12192000" cy="94488"/>
            <a:chOff x="4107" y="7202786"/>
            <a:chExt cx="12187893" cy="3175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A6D9B0-74C4-6AD3-2F5A-0D9A0A25A146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81B0D8-AD94-7E25-17BB-5B5C122CE52E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890C3A5-D415-4633-EC42-2247D7FF2FCC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E73C02-BD07-F8E3-9469-B833BB857418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87B3E5D-C809-7302-B35D-063597CCC738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83B1FC-8CA8-DED7-606A-10ED38568F9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4106273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D4A2C2-90D2-CD9D-EE93-2C53A386988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1116106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82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1B9E611-EBCB-4798-8F9E-3B0DB65C3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749CBE-6746-CC4E-EA9D-1CC8402E340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3193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1805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79606EA-FADA-4FE6-87E6-E09757D0B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CA3985-E3DD-4612-804A-CEB02709C77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26347B-2021-4942-92C1-51B7B994D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5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025CA9-E115-4D52-8789-5A3534668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478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53492ED-1851-4AF7-BFB3-E3A888CEEF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13D465-78B8-4352-8A52-982DE49E0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3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F0F5A16-0072-4CEB-B2D7-4ACEE38C20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8864" y="1967113"/>
            <a:ext cx="351903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54B4451-4579-4EF1-B801-2FD806904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967113"/>
            <a:ext cx="739588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A3BCCF9-FD2E-4741-9A94-8ED367E82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6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1CC9BBA-547D-4E18-BCA7-FDB5D1F640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5C31D28-D6BF-43CC-A204-E65B83F1FE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A8A136-B3F1-4CD4-96F0-FC2034A3A40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32F2873F-33B6-4CA9-93C0-00806D71A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9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4FECF13-45A3-4E5E-9C50-1FB1D52E748C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F27CFD2-9839-4A48-8EC3-59FE0833DF6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33903E-DD09-4D1B-A705-0126772D0C20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7A4E12-8941-4699-8891-EE211FDC74A2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E34D3C8B-5D25-412C-B2B6-1C230F6EC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65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no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C6A006-79D6-4FC0-8944-ED8D3318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8B40CF54-3FB2-43C4-8ED2-061175C03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8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26900AD-628D-4F3E-9698-1B0469E3E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A397C8B-D09B-41B4-A86B-A6CE5A869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73F4F-197F-7E57-AA50-C56A9C6D183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199" y="1967112"/>
            <a:ext cx="11274425" cy="43193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431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47D26ED-DCAC-784D-8FBF-7B4971D8A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362B3D-2ED9-9544-AB97-326723A5E0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2573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8FD40ED-5AB8-4DC4-8FC4-4B5A986D3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814473A-6945-1F80-88EC-84794C8A7F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5001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7A2ABEF-208D-4586-9E4F-EE7470886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2643E8C-C561-4D13-B00A-51A91E0A44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074E31-D111-4E4A-BFED-12CF43E6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96D6A4C0-6EC8-4405-ADE8-043BEC650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AA0D340-A28F-8B87-A512-1F4E5343A1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7258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3447AD-9B2C-4F8B-8840-33CC5A99A88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F568C8B-28E5-4A13-87CC-8002898E4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563DA4D-3F63-4B6C-B996-0708DC1DB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A9799B9-7F19-E715-5ED6-FE12994E18D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649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FFE35A8-3B2A-4D50-B389-3EFEF7C33AE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199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E448C72-99CE-44E5-9192-1C07E845DB9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1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70C859-C19B-4489-A1B2-207EA480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0B6C54-3A77-4D1F-9FE2-40B10EEB6CEA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FD6F40AF-208C-439C-A929-97812791A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B067D8E-75E9-D132-71FD-084C3B2B28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6404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A8119-8A9D-4E8D-9FBE-CEFF1969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EE73A41-482C-463A-8FE1-6CE47D59D0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567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C11CA0D-977D-49E5-9086-5ABC6F80618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8BF6AFA-475F-4876-BEA9-2BDA015EF2D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FB7FBF6-36AE-49CD-B5DB-672873569C8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58A3B94D-2155-4BEB-A474-C5E26315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EA87010-E13C-A918-52E1-F1859B1DEF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3731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EEACE-D06E-49E0-A987-8E14B93C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66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1CE9E29-EC43-47AD-89B5-9689BD910B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60E9BB3-1B4C-DF6F-1DDE-2830513939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882314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2075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9538170-21B6-4714-A9AD-5E119CA07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8813C-E2AB-9D50-55C5-F8B396864F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11274424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46846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4558AAC-739A-4D30-9B92-0A9FE3CDA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9B787B0-48E4-433B-85C7-85541BFCFB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8212" y="1967112"/>
            <a:ext cx="5463540" cy="4319388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DFD7C076-3F14-48C3-8F05-9CC51B385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76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545FD2-7A6E-4515-AF06-2BB0F6C9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67113"/>
            <a:ext cx="3538497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E33CA35-C6F0-4917-B7E6-A30CED91757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41479" y="1967113"/>
            <a:ext cx="739027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1E9AEFA-CC51-4CE4-AF06-4E0BDE1E9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848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EF85F38-9197-4646-B35C-FB5BF271A7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7395882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C7A3651-D256-41A5-AAFF-DB7CE7BFD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864" y="1967113"/>
            <a:ext cx="3519033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48F3F40-E9B0-4B1B-9E2E-81BF2177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29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C93C290-E978-440A-8017-3A133672AE2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5720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2ECA63C-E4C9-4727-B43F-4A7ABC84D72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4090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E333B3F-3E99-48D9-B017-755F0DAF0B4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98863" y="1967113"/>
            <a:ext cx="3523817" cy="431303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09D7F567-DEE9-4052-9068-ACC47817C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828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9CF6EB7-3F22-4CAA-9506-5B9D47D1ECFD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4D2C927-853F-40F7-BEA8-EB87EBD405C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4C8CB9D-0E1B-4F5D-B9E7-3C1F8049818A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214F2138-4345-4175-BA09-5927B84F558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456493A9-E23C-409C-A174-414FC8627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33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title with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60E130A3-E8DD-40D1-97C8-1ADDAAE7BD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" y="1283032"/>
            <a:ext cx="11274425" cy="365125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6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  <a:defRPr lang="en-US" sz="1800" kern="1200" spc="-2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C23D10D-1090-4427-9F31-293A8D9B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1C314CCC-913F-4DA2-91CF-D7C89A96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0">
            <a:extLst>
              <a:ext uri="{FF2B5EF4-FFF2-40B4-BE49-F238E27FC236}">
                <a16:creationId xmlns:a16="http://schemas.microsoft.com/office/drawing/2014/main" id="{15EB4C16-F274-42E0-B1FF-E1717C7E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>
            <a:noAutofit/>
          </a:bodyPr>
          <a:lstStyle>
            <a:lvl1pPr marL="0" indent="0">
              <a:buNone/>
              <a:defRPr lang="en-US" sz="1100" b="1" kern="1200" cap="all" spc="2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/>
              <a:t>CLICK TO ADD EYEBROW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A4DCBC1-8EA3-4E87-837A-83F17AC8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1DC05-006E-F738-0EB7-C5B89C35E3D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" y="1967113"/>
            <a:ext cx="11274425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75126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2A4FB-D20C-E24D-1F1A-3662166BAE3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0"/>
            <a:ext cx="5463540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37FE79-DBDE-5F53-2F29-E0206E2B211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68212" y="1967111"/>
            <a:ext cx="5463540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E0E0026-750C-4749-8A4B-F50BDFEB1D84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82695469-62BA-4F8A-9BAF-A9C4A0869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69A1F3D5-FC6A-7451-8E07-C77499E8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8085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F1117-59D9-A64E-88A8-03E6E5A4BE6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3538497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49516B-F45D-9D14-C233-CD4CBC97DB0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1477" y="1967113"/>
            <a:ext cx="7390273" cy="431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B26C481B-8F05-454E-B9A0-E5483867A6C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 dirty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2A3D27C5-73FD-45B9-8B63-64387D57F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D13007F4-2A33-C302-8448-C2D06F12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70845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wo content 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8BB00-1CA4-78E2-2579-EB8D4E880A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1967113"/>
            <a:ext cx="7395881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D86D8F-1B52-2C03-D701-7D22429A249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98863" y="1967113"/>
            <a:ext cx="3519034" cy="43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62AB041-0459-420C-AFE3-C7423F7F461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44CBCC9F-B157-48A2-8BCD-F4134ED0D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9B88FDF8-D4DF-BACA-9559-9BF4F251A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110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FB5A-DE6D-A88A-FE9B-0EC06DDF8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967113"/>
            <a:ext cx="3523817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C7378-96F3-0BE2-A9E9-820F178A5D1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34091" y="1967113"/>
            <a:ext cx="3523816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1E5068E-D382-F80C-7B98-62E993F7415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98863" y="1967113"/>
            <a:ext cx="3524250" cy="4313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DCBE6651-8BD1-4E33-8D74-09677F47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F760F50-2662-608E-F6AC-A961A45EF20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D61BA132-52F2-3D3A-69FA-1A962510B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9544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A5FF981-4ABF-4AA7-BA8F-4DC0D529115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5720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68D8A6A-0A57-4651-9366-A02DB21541B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389212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BF88B71-0BB2-4601-B2CE-F4F9B29D02D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322747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3CC96474-5772-40F1-BF7B-AB01EC8D4AB9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256280" y="1967113"/>
            <a:ext cx="2444495" cy="4319387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675F5264-3B10-4E1A-8EAD-38FFE8ACFF6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6CAFEAFB-1353-42C0-9A13-C38F635AC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FBC7ECDE-F82D-43EA-FF13-85CD40C93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22055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F75BD6-4444-4897-A7D2-43BB9BBF2C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31800"/>
            <a:ext cx="5937250" cy="198438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b="1" cap="all" spc="200" baseline="0">
                <a:latin typeface="+mj-lt"/>
              </a:defRPr>
            </a:lvl1pPr>
          </a:lstStyle>
          <a:p>
            <a:pPr lvl="0">
              <a:spcBef>
                <a:spcPts val="600"/>
              </a:spcBef>
              <a:buFontTx/>
            </a:pPr>
            <a:r>
              <a:rPr lang="en-US"/>
              <a:t>CLICK TO ADD EYEBROW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D3F7C6D-D349-458D-A76F-C40DAFB99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24449AA2-8B3F-208E-273C-D8B8744A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4133"/>
            <a:ext cx="11274552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24226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4E9F55C-9C90-33C8-AEDA-AFE4FE43C124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4C697E-C7CC-D9C3-9BA8-9A03C74A16B7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0084E2-9684-D2B0-43F0-6F2FD63C9334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67EF088-DD40-83B0-B04E-51573E8D468F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ECA8188-7D41-935B-E662-36FDAEC0EBF1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0A4FB6-0673-A03E-8804-DC53EB15D22B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41147C-1986-310B-672A-9491DF9DC992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CAA3A-F54B-0503-868A-0DF43AFCDF8D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" name="updated logo" descr="Logo&#10;&#10;Description automatically generated">
            <a:extLst>
              <a:ext uri="{FF2B5EF4-FFF2-40B4-BE49-F238E27FC236}">
                <a16:creationId xmlns:a16="http://schemas.microsoft.com/office/drawing/2014/main" id="{66930144-BADE-473F-643C-AB723FE9CA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3A9024EB-F417-4F54-4CC1-8FB3ED548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D8D83A0-4D55-8109-DD80-5F16A099402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4106273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A476E3E-2735-9382-8869-FA6C8ABA7B1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1116106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5186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6AAA353B-4225-4925-A76E-613DABA5B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901" y="6450474"/>
            <a:ext cx="2171700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5pPr>
              <a:defRPr lang="en-US"/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890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Patter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666487-4E88-236C-F36C-EB0ACE0FAFBE}"/>
              </a:ext>
            </a:extLst>
          </p:cNvPr>
          <p:cNvSpPr/>
          <p:nvPr userDrawn="1"/>
        </p:nvSpPr>
        <p:spPr>
          <a:xfrm>
            <a:off x="1346425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rgbClr val="1D1D1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C246434-E95A-E62F-C048-B52CD08D73C3}"/>
              </a:ext>
            </a:extLst>
          </p:cNvPr>
          <p:cNvSpPr/>
          <p:nvPr userDrawn="1"/>
        </p:nvSpPr>
        <p:spPr>
          <a:xfrm>
            <a:off x="1" y="96982"/>
            <a:ext cx="6929793" cy="6761018"/>
          </a:xfrm>
          <a:custGeom>
            <a:avLst/>
            <a:gdLst>
              <a:gd name="connsiteX0" fmla="*/ 0 w 6929793"/>
              <a:gd name="connsiteY0" fmla="*/ 0 h 6761018"/>
              <a:gd name="connsiteX1" fmla="*/ 5425979 w 6929793"/>
              <a:gd name="connsiteY1" fmla="*/ 0 h 6761018"/>
              <a:gd name="connsiteX2" fmla="*/ 5620596 w 6929793"/>
              <a:gd name="connsiteY2" fmla="*/ 176736 h 6761018"/>
              <a:gd name="connsiteX3" fmla="*/ 6929793 w 6929793"/>
              <a:gd name="connsiteY3" fmla="*/ 3334827 h 6761018"/>
              <a:gd name="connsiteX4" fmla="*/ 5465360 w 6929793"/>
              <a:gd name="connsiteY4" fmla="*/ 6640800 h 6761018"/>
              <a:gd name="connsiteX5" fmla="*/ 5326462 w 6929793"/>
              <a:gd name="connsiteY5" fmla="*/ 6761018 h 6761018"/>
              <a:gd name="connsiteX6" fmla="*/ 0 w 6929793"/>
              <a:gd name="connsiteY6" fmla="*/ 6761018 h 676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29793" h="6761018">
                <a:moveTo>
                  <a:pt x="0" y="0"/>
                </a:moveTo>
                <a:lnTo>
                  <a:pt x="5425979" y="0"/>
                </a:lnTo>
                <a:lnTo>
                  <a:pt x="5620596" y="176736"/>
                </a:lnTo>
                <a:cubicBezTo>
                  <a:pt x="6429485" y="984962"/>
                  <a:pt x="6929793" y="2101516"/>
                  <a:pt x="6929793" y="3334827"/>
                </a:cubicBezTo>
                <a:cubicBezTo>
                  <a:pt x="6929793" y="4645220"/>
                  <a:pt x="6364992" y="5823804"/>
                  <a:pt x="5465360" y="6640800"/>
                </a:cubicBezTo>
                <a:lnTo>
                  <a:pt x="5326462" y="6761018"/>
                </a:lnTo>
                <a:lnTo>
                  <a:pt x="0" y="6761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2EF32F-0F8C-0AC1-F581-52C79F9B1A4B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5A00DB-5E8A-250D-1769-E139D0E20FAC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4D0E535-8F3D-C219-6726-51F7E5488390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589C72-73F6-FAE9-4376-5BD96D2C0474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75DBF3D-B2F3-EBF9-F6F5-F4B088A9308C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53ECCBB-6A2B-01EE-45E6-59EE0E97F641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96BCA2-46AC-0C36-4F02-7E7C5EB280BA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BC5543D-8433-1B78-0468-CB63D4399ECF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435DDF-7FD5-F753-AE33-64B544311B7B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updated logo" descr="Logo&#10;&#10;Description automatically generated">
            <a:extLst>
              <a:ext uri="{FF2B5EF4-FFF2-40B4-BE49-F238E27FC236}">
                <a16:creationId xmlns:a16="http://schemas.microsoft.com/office/drawing/2014/main" id="{A7455850-7848-B00F-C545-088C404EA3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7B0766A4-FA80-C9A2-DC88-BA1CA1BF9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32E6B29-A6C3-143F-0125-2DCBF2F6C35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4106273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C6B3ED0-F02E-4F41-6CCB-66892E4AAC4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1116106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277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ack: Solid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EFEF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rgbClr val="FEFEF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F86E961-39B3-E4D1-01E7-15ED8238C66D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63A0EA-9012-44FF-CCA4-08E09A4EAED3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6C8180-62B4-EF7D-D5ED-C5BE0B69F7DB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BE0F3DF-5A1E-0141-C128-B03AD7BC4BE4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5F93E7-A457-F94E-825E-14B14BDB3FB2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70CCDB0-39D6-3D94-0A5A-DB16AB2DA24E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2C0346C-5AD9-1525-EF22-6C539C1961FB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32C56-9117-344E-1CF8-F78971028199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updated logo" descr="Logo&#10;&#10;Description automatically generated">
            <a:extLst>
              <a:ext uri="{FF2B5EF4-FFF2-40B4-BE49-F238E27FC236}">
                <a16:creationId xmlns:a16="http://schemas.microsoft.com/office/drawing/2014/main" id="{5AE5A1E4-EA18-37FE-20F5-7EC9685D2A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100A5A47-5AA8-0236-0AAD-020DF9371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6B80490-F1D5-3E24-3504-30F34832B10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4106273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AB1646-5E7C-1022-22C0-66282F323C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1116106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8378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: Sol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06BC-2671-42BA-B78B-426C50D7C0D7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black">
          <a:xfrm>
            <a:off x="495952" y="1162051"/>
            <a:ext cx="7415242" cy="2561626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7E08A2D-0DB6-4F18-9655-DEE6026EA71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black">
          <a:xfrm>
            <a:off x="495952" y="3762096"/>
            <a:ext cx="7453993" cy="25616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5A32487A-978B-42EA-42D2-DD98020A5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380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4AA43A5-A90B-3D9A-F983-00C60EDD704A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0CB8AC-D539-DE97-0F65-2740FEE72374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CB1F454-A99C-98B3-243F-72F377EC4EFA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2328DF9-23BC-38C0-B2DE-E3FDC44823B1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96B620-E27E-C348-13D3-3477BED26CCA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BB20E2-6801-DE73-67F2-73558F35CF74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6985D3-1B19-6FD7-4785-30CB78417B26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54CD753-F7B3-12D6-7E6E-FD8273183A50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56786-6EA4-D57D-44B0-E61C1BBADC55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updated logo" descr="Logo&#10;&#10;Description automatically generated">
            <a:extLst>
              <a:ext uri="{FF2B5EF4-FFF2-40B4-BE49-F238E27FC236}">
                <a16:creationId xmlns:a16="http://schemas.microsoft.com/office/drawing/2014/main" id="{42FF80E6-CD7B-8DDF-A9E7-745BC5B73E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F8CE10D-0897-EBB7-3CB9-5C8F6C8A1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35A000-FCCA-B685-46BC-92E5B46C0A4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4106273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983E5A5-111D-757A-01CD-4BC99837C8F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1116106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7994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D9A867-C5AA-2B74-C729-7D33289C939C}"/>
              </a:ext>
            </a:extLst>
          </p:cNvPr>
          <p:cNvSpPr/>
          <p:nvPr userDrawn="1"/>
        </p:nvSpPr>
        <p:spPr>
          <a:xfrm>
            <a:off x="1626123" y="96982"/>
            <a:ext cx="8939754" cy="6761018"/>
          </a:xfrm>
          <a:custGeom>
            <a:avLst/>
            <a:gdLst>
              <a:gd name="connsiteX0" fmla="*/ 1503815 w 8939754"/>
              <a:gd name="connsiteY0" fmla="*/ 0 h 6766560"/>
              <a:gd name="connsiteX1" fmla="*/ 7435940 w 8939754"/>
              <a:gd name="connsiteY1" fmla="*/ 0 h 6766560"/>
              <a:gd name="connsiteX2" fmla="*/ 7630557 w 8939754"/>
              <a:gd name="connsiteY2" fmla="*/ 176881 h 6766560"/>
              <a:gd name="connsiteX3" fmla="*/ 8939754 w 8939754"/>
              <a:gd name="connsiteY3" fmla="*/ 3337560 h 6766560"/>
              <a:gd name="connsiteX4" fmla="*/ 7475321 w 8939754"/>
              <a:gd name="connsiteY4" fmla="*/ 6646243 h 6766560"/>
              <a:gd name="connsiteX5" fmla="*/ 7336423 w 8939754"/>
              <a:gd name="connsiteY5" fmla="*/ 6766560 h 6766560"/>
              <a:gd name="connsiteX6" fmla="*/ 1603331 w 8939754"/>
              <a:gd name="connsiteY6" fmla="*/ 6766560 h 6766560"/>
              <a:gd name="connsiteX7" fmla="*/ 1464433 w 8939754"/>
              <a:gd name="connsiteY7" fmla="*/ 6646243 h 6766560"/>
              <a:gd name="connsiteX8" fmla="*/ 0 w 8939754"/>
              <a:gd name="connsiteY8" fmla="*/ 3337560 h 6766560"/>
              <a:gd name="connsiteX9" fmla="*/ 1309197 w 8939754"/>
              <a:gd name="connsiteY9" fmla="*/ 176881 h 676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39754" h="6766560">
                <a:moveTo>
                  <a:pt x="1503815" y="0"/>
                </a:moveTo>
                <a:lnTo>
                  <a:pt x="7435940" y="0"/>
                </a:lnTo>
                <a:lnTo>
                  <a:pt x="7630557" y="176881"/>
                </a:lnTo>
                <a:cubicBezTo>
                  <a:pt x="8439446" y="985769"/>
                  <a:pt x="8939754" y="2103238"/>
                  <a:pt x="8939754" y="3337560"/>
                </a:cubicBezTo>
                <a:cubicBezTo>
                  <a:pt x="8939754" y="4649027"/>
                  <a:pt x="8374953" y="5828578"/>
                  <a:pt x="7475321" y="6646243"/>
                </a:cubicBezTo>
                <a:lnTo>
                  <a:pt x="7336423" y="6766560"/>
                </a:lnTo>
                <a:lnTo>
                  <a:pt x="1603331" y="6766560"/>
                </a:lnTo>
                <a:lnTo>
                  <a:pt x="1464433" y="6646243"/>
                </a:lnTo>
                <a:cubicBezTo>
                  <a:pt x="564801" y="5828578"/>
                  <a:pt x="0" y="4649027"/>
                  <a:pt x="0" y="3337560"/>
                </a:cubicBezTo>
                <a:cubicBezTo>
                  <a:pt x="0" y="2103238"/>
                  <a:pt x="500308" y="985769"/>
                  <a:pt x="1309197" y="1768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543B27-30F5-49F3-A344-80EEF4BE7A1D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57199" y="457200"/>
            <a:ext cx="11273866" cy="57881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4000" b="1" kern="100" spc="-100" baseline="0" dirty="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0" indent="0" algn="ctr">
              <a:lnSpc>
                <a:spcPct val="85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kern="100" cap="none" spc="-20" baseline="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3pPr>
            <a:lvl4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4pPr>
            <a:lvl5pPr marL="342900" indent="-34290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000" b="0" cap="none" baseline="0">
                <a:solidFill>
                  <a:schemeClr val="bg1"/>
                </a:solidFill>
                <a:latin typeface="+mj-lt"/>
              </a:defRPr>
            </a:lvl5pPr>
            <a:lvl6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6pPr>
            <a:lvl7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7pPr>
            <a:lvl8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8pPr>
            <a:lvl9pPr marL="285750" indent="-285750" algn="ctr">
              <a:lnSpc>
                <a:spcPct val="85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2200" b="0" cap="none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9C64B7AB-DE60-1A35-EA27-073245889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6093265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093265" y="94488"/>
            <a:ext cx="6098736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5164134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157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912C96-7BFB-081C-AE15-178F5E555C5E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B6A66B-5082-846E-F1EC-3B573D7E77AE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315542-4D76-6E75-9007-88B2A873232E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9F2FF74-A6E8-772C-19C1-81EC7EEB6A01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5676C7-C608-32BD-C7F7-DF276A07ED04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1A66C7-0733-810F-308C-DC8CC6857B79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9" name="updated logo" descr="Logo&#10;&#10;Description automatically generated">
            <a:extLst>
              <a:ext uri="{FF2B5EF4-FFF2-40B4-BE49-F238E27FC236}">
                <a16:creationId xmlns:a16="http://schemas.microsoft.com/office/drawing/2014/main" id="{EF3D484E-C307-C627-4DDF-BBCAF4B27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25" name="Footer Placeholder 10">
            <a:extLst>
              <a:ext uri="{FF2B5EF4-FFF2-40B4-BE49-F238E27FC236}">
                <a16:creationId xmlns:a16="http://schemas.microsoft.com/office/drawing/2014/main" id="{D4220D5E-92C1-ABC8-BEF5-DE9A74C4A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59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0" y="0"/>
            <a:ext cx="60987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6098736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477760C-3274-4510-B4C1-514FA1F1F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70667" y="1967113"/>
            <a:ext cx="5164134" cy="4319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10EF53-26EC-4206-AAE1-524C87D7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7616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EEF220-FA5A-CA78-AD48-AA9A8689E5C6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41951C-B5CE-45C7-EBBB-804D74DC27B6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723D69-BBF9-7038-9814-944F3AADCD33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DCDEF5-AC3F-20DD-EDCD-1416AC0DEA27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1DF92A7-082B-8AA8-6EDC-AA8D5E2BE632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FBF9D9-B171-8A86-292F-712E35573C0F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16BFBCE4-24DF-237F-AF27-4B65CC6644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8B1178-F627-6B17-CB4B-B777FF144F2C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E246F-C71F-8870-5D07-2501110D1D0F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91945D4-7E70-94BC-A1EF-282272F08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EC014C-76EA-9CB7-D82C-E224231E32F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4106273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60E540C-819C-C275-B4D9-24BD06B3BE5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1116106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9952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debar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FDF3E6-324E-4875-8242-D42D701A6E9E}"/>
              </a:ext>
            </a:extLst>
          </p:cNvPr>
          <p:cNvSpPr/>
          <p:nvPr userDrawn="1"/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61974F-83C6-4B8C-A611-F52ADE4EAD7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90906" y="457200"/>
            <a:ext cx="5140845" cy="58293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8E56E7-3501-43C0-8E56-CED7C59F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223" y="1967112"/>
            <a:ext cx="4856688" cy="4139385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AC042-5DC9-4769-B7E8-FF597DC9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5176215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5A6F55-7E74-484F-0D2A-89792DF695BD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7F009D-18A8-9480-63E9-49A4C631CE41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E2585F-0EF1-6E26-7EB2-560787C1FCF7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BF0503-76AC-BAC5-A167-2EA9950F5E3F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B1BE4E1-5203-A918-C55D-E896CE407F47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654E6E-667F-EE08-E265-ED837282AC93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3" name="updated logo" descr="Logo&#10;&#10;Description automatically generated">
            <a:extLst>
              <a:ext uri="{FF2B5EF4-FFF2-40B4-BE49-F238E27FC236}">
                <a16:creationId xmlns:a16="http://schemas.microsoft.com/office/drawing/2014/main" id="{E102DA0F-48D6-B255-D1A6-378331EEFB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40A35C-E86C-13BD-459D-BF361112F654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1865C6-0F13-B58A-8F32-80B26C6D3917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7C95A9FF-E124-B756-23C9-33866DECF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59325CB-A0F1-DDE7-471E-9C96C0D78D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4106273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7C99FCC-AF87-7562-A182-9776CB9E2FE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1116106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16904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One-third Highlight_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8111905" y="81480"/>
            <a:ext cx="4080095" cy="6776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9223" y="1967113"/>
            <a:ext cx="7310618" cy="44270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84C2779-5F96-4963-ABA1-52B1DEDACA1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57200" y="1256758"/>
            <a:ext cx="7327720" cy="246221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cap="none" spc="0" baseline="0">
                <a:solidFill>
                  <a:srgbClr val="7D7D7D"/>
                </a:solidFill>
                <a:latin typeface="+mn-lt"/>
              </a:defRPr>
            </a:lvl1pPr>
            <a:lvl2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buNone/>
              <a:defRPr lang="en-US" sz="1800" b="1" kern="100" cap="all" spc="50" baseline="0" dirty="0" smtClean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buNone/>
              <a:defRPr lang="en-US" sz="1800" b="1" kern="100" cap="all" spc="50" baseline="0" dirty="0">
                <a:solidFill>
                  <a:srgbClr val="7D7D7D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6DCBC5-C73E-20C1-38F7-55313259024B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1A05D1-1AE5-3CAE-9C89-455027220F54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9BDBB0-C30C-605D-80D8-F276530ED860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81AE5B-6C5F-3BCB-7D96-B7B44DA1D3F0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650CA4-CA88-6CF9-CFED-14017E1A1701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42E34F-22F6-5410-B68E-619C91173421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E7DA9C66-C570-22F3-EC55-1365E49B73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20" name="Footer Placeholder 10">
            <a:extLst>
              <a:ext uri="{FF2B5EF4-FFF2-40B4-BE49-F238E27FC236}">
                <a16:creationId xmlns:a16="http://schemas.microsoft.com/office/drawing/2014/main" id="{3AC2265A-ABD9-F249-41B7-4C1057124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7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one-third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0" y="0"/>
            <a:ext cx="406095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CB74AC72-DDAB-49D1-8286-ABBA64795E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419467" y="1967113"/>
            <a:ext cx="7310618" cy="4319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70FF31-9141-4408-B4D2-D6D12498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444" y="457200"/>
            <a:ext cx="7327638" cy="7539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9D7AF-E5B3-F6ED-91CE-E2424977ED35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004FB0-06CF-3C02-8B15-CCC6648AFED9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22A5B8-4DE5-CA41-AA30-F74AB1A882FF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9676A2-094F-AA54-1AE7-4D6F164DA720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CC2DB0-D9D4-BCFD-7DFD-D991D61BE2F8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867625-4D50-E352-5795-78CB99DCACC4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DA65EE0-E6D4-7118-69D7-8B83B7C8CB68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2453D-A87A-C124-BF6B-547474D3ED90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79C5D91F-A028-AB2F-DC45-D760C96E6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51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36E480-E42E-4AF7-9F2C-0D6D6C9E201E}"/>
              </a:ext>
            </a:extLst>
          </p:cNvPr>
          <p:cNvSpPr/>
          <p:nvPr userDrawn="1"/>
        </p:nvSpPr>
        <p:spPr>
          <a:xfrm>
            <a:off x="4060953" y="0"/>
            <a:ext cx="8131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8AD9881D-B00A-4247-8DF7-BEE9578ADB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060953" y="94488"/>
            <a:ext cx="8131048" cy="6763511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D166EA-F33C-6238-1BA1-ABA9956EBCB1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B5135D-ABB3-86BC-D55B-E83407772E11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1D78E6-2FE5-EAB1-0DCB-5C2A3B279930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4E8C0B-2D09-B673-5B66-38E16946CF9E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36892A-C2CD-2057-0286-7DFCF4561E02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66C278-2DE9-5430-464C-D046A5C0C6B6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7A503BAE-8DE9-801E-E591-0D9A9AF1FE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9244EF5B-C303-EC5A-303A-9A87854C4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22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193922-250C-D740-A91E-0F1BF41B61A8}"/>
              </a:ext>
            </a:extLst>
          </p:cNvPr>
          <p:cNvSpPr/>
          <p:nvPr userDrawn="1"/>
        </p:nvSpPr>
        <p:spPr>
          <a:xfrm>
            <a:off x="-1" y="0"/>
            <a:ext cx="810995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2524182-F3AA-A449-A811-1F42DD3BE45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0" y="91440"/>
            <a:ext cx="8109958" cy="6766559"/>
          </a:xfrm>
          <a:prstGeom prst="rect">
            <a:avLst/>
          </a:prstGeom>
          <a:noFill/>
        </p:spPr>
        <p:txBody>
          <a:bodyPr lIns="274320" tIns="274320" rIns="274320" bIns="274320"/>
          <a:lstStyle>
            <a:lvl1pPr algn="ctr">
              <a:buNone/>
              <a:defRPr sz="1800"/>
            </a:lvl1pPr>
          </a:lstStyle>
          <a:p>
            <a:r>
              <a:rPr lang="en-US"/>
              <a:t>Click icon below to insert a photo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ECD923-F5D4-7C6E-BCD0-CC7DE63508A2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5B6E44-BD25-ED51-E3F1-DA32BD396953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611BBD-E722-2729-C0CD-78E012747FBE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A65801-7B51-D2DE-E426-421BE019C846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8A268C6-4F69-FAE7-5354-E3D1C94553A4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11295F-8C81-DB0C-C0AB-89C229DBB6A3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pic>
        <p:nvPicPr>
          <p:cNvPr id="2" name="updated logo" descr="Logo&#10;&#10;Description automatically generated">
            <a:extLst>
              <a:ext uri="{FF2B5EF4-FFF2-40B4-BE49-F238E27FC236}">
                <a16:creationId xmlns:a16="http://schemas.microsoft.com/office/drawing/2014/main" id="{409041AF-E73F-5E6F-C196-F1C01D1C5F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3A675C-326C-9BA8-6856-D84242AEBFD0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7E0B2-D53D-C206-7691-7EFA56F8C9FC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E882711-C266-7B20-75C6-296C6D740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0749EE-1F72-BEF1-0B29-FA9D3FC43B8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64106273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953749-BD20-73B7-970B-264992A32DA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81116106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6067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520C8DD4-C9AF-6960-6894-F11A174FF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0CA2B1-43F3-4E5A-8642-E7EF9DF675DC}"/>
              </a:ext>
            </a:extLst>
          </p:cNvPr>
          <p:cNvSpPr/>
          <p:nvPr userDrawn="1"/>
        </p:nvSpPr>
        <p:spPr>
          <a:xfrm>
            <a:off x="0" y="0"/>
            <a:ext cx="12192000" cy="233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US" kern="10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9772A-5773-574A-B6F8-FE6EE18F52EE}"/>
              </a:ext>
            </a:extLst>
          </p:cNvPr>
          <p:cNvSpPr/>
          <p:nvPr userDrawn="1"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1C8EB-2EC7-7348-A790-C3B94928DB0F}"/>
              </a:ext>
            </a:extLst>
          </p:cNvPr>
          <p:cNvSpPr/>
          <p:nvPr userDrawn="1"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9DCA21-A80E-C740-8D95-E40B577291A6}"/>
              </a:ext>
            </a:extLst>
          </p:cNvPr>
          <p:cNvSpPr/>
          <p:nvPr userDrawn="1"/>
        </p:nvSpPr>
        <p:spPr>
          <a:xfrm rot="5400000">
            <a:off x="-3200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2B2B15-B649-C945-8F45-B73BCE1D96D3}"/>
              </a:ext>
            </a:extLst>
          </p:cNvPr>
          <p:cNvSpPr/>
          <p:nvPr userDrawn="1"/>
        </p:nvSpPr>
        <p:spPr>
          <a:xfrm rot="5400000">
            <a:off x="8534400" y="3200400"/>
            <a:ext cx="6858000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BD637-13E9-E14F-B2BA-CCCBD0753859}"/>
              </a:ext>
            </a:extLst>
          </p:cNvPr>
          <p:cNvSpPr/>
          <p:nvPr userDrawn="1"/>
        </p:nvSpPr>
        <p:spPr>
          <a:xfrm>
            <a:off x="-687" y="1512321"/>
            <a:ext cx="12188952" cy="457200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46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2">
            <a:extLst>
              <a:ext uri="{FF2B5EF4-FFF2-40B4-BE49-F238E27FC236}">
                <a16:creationId xmlns:a16="http://schemas.microsoft.com/office/drawing/2014/main" id="{94B560FD-3AA9-CEA0-5ED3-C5FFFCDCB0C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868424" y="2102144"/>
            <a:ext cx="2433289" cy="2433289"/>
            <a:chOff x="5266" y="0"/>
            <a:chExt cx="733" cy="733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E4AFD52F-B7D1-A290-DCB0-923011AD1B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065 w 4576"/>
                <a:gd name="T3" fmla="*/ 848 h 4576"/>
                <a:gd name="T4" fmla="*/ 4065 w 4576"/>
                <a:gd name="T5" fmla="*/ 848 h 4576"/>
                <a:gd name="T6" fmla="*/ 2288 w 4576"/>
                <a:gd name="T7" fmla="*/ 0 h 4576"/>
                <a:gd name="T8" fmla="*/ 0 w 4576"/>
                <a:gd name="T9" fmla="*/ 2288 h 4576"/>
                <a:gd name="T10" fmla="*/ 445 w 4576"/>
                <a:gd name="T11" fmla="*/ 3644 h 4576"/>
                <a:gd name="T12" fmla="*/ 445 w 4576"/>
                <a:gd name="T13" fmla="*/ 3644 h 4576"/>
                <a:gd name="T14" fmla="*/ 583 w 4576"/>
                <a:gd name="T15" fmla="*/ 3814 h 4576"/>
                <a:gd name="T16" fmla="*/ 583 w 4576"/>
                <a:gd name="T17" fmla="*/ 3814 h 4576"/>
                <a:gd name="T18" fmla="*/ 2288 w 4576"/>
                <a:gd name="T19" fmla="*/ 4576 h 4576"/>
                <a:gd name="T20" fmla="*/ 4576 w 4576"/>
                <a:gd name="T21" fmla="*/ 2288 h 4576"/>
                <a:gd name="T22" fmla="*/ 4176 w 4576"/>
                <a:gd name="T23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1" y="945"/>
                    <a:pt x="4104" y="895"/>
                    <a:pt x="4065" y="848"/>
                  </a:cubicBezTo>
                  <a:cubicBezTo>
                    <a:pt x="4065" y="848"/>
                    <a:pt x="4065" y="848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445" y="3644"/>
                    <a:pt x="445" y="3644"/>
                    <a:pt x="445" y="3644"/>
                  </a:cubicBezTo>
                  <a:cubicBezTo>
                    <a:pt x="488" y="3703"/>
                    <a:pt x="534" y="3759"/>
                    <a:pt x="583" y="3814"/>
                  </a:cubicBezTo>
                  <a:cubicBezTo>
                    <a:pt x="583" y="3814"/>
                    <a:pt x="583" y="381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8242F7D6-BFBA-1540-A7E6-0A5FB949D7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16E0D9B8-ED44-D90C-9E22-7B6D0CB20B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11" y="645"/>
              <a:ext cx="55" cy="55"/>
            </a:xfrm>
            <a:custGeom>
              <a:avLst/>
              <a:gdLst>
                <a:gd name="T0" fmla="*/ 277 w 345"/>
                <a:gd name="T1" fmla="*/ 68 h 345"/>
                <a:gd name="T2" fmla="*/ 320 w 345"/>
                <a:gd name="T3" fmla="*/ 172 h 345"/>
                <a:gd name="T4" fmla="*/ 277 w 345"/>
                <a:gd name="T5" fmla="*/ 278 h 345"/>
                <a:gd name="T6" fmla="*/ 172 w 345"/>
                <a:gd name="T7" fmla="*/ 322 h 345"/>
                <a:gd name="T8" fmla="*/ 67 w 345"/>
                <a:gd name="T9" fmla="*/ 278 h 345"/>
                <a:gd name="T10" fmla="*/ 24 w 345"/>
                <a:gd name="T11" fmla="*/ 172 h 345"/>
                <a:gd name="T12" fmla="*/ 67 w 345"/>
                <a:gd name="T13" fmla="*/ 68 h 345"/>
                <a:gd name="T14" fmla="*/ 172 w 345"/>
                <a:gd name="T15" fmla="*/ 23 h 345"/>
                <a:gd name="T16" fmla="*/ 277 w 345"/>
                <a:gd name="T17" fmla="*/ 68 h 345"/>
                <a:gd name="T18" fmla="*/ 295 w 345"/>
                <a:gd name="T19" fmla="*/ 50 h 345"/>
                <a:gd name="T20" fmla="*/ 172 w 345"/>
                <a:gd name="T21" fmla="*/ 0 h 345"/>
                <a:gd name="T22" fmla="*/ 51 w 345"/>
                <a:gd name="T23" fmla="*/ 50 h 345"/>
                <a:gd name="T24" fmla="*/ 0 w 345"/>
                <a:gd name="T25" fmla="*/ 172 h 345"/>
                <a:gd name="T26" fmla="*/ 50 w 345"/>
                <a:gd name="T27" fmla="*/ 295 h 345"/>
                <a:gd name="T28" fmla="*/ 172 w 345"/>
                <a:gd name="T29" fmla="*/ 345 h 345"/>
                <a:gd name="T30" fmla="*/ 295 w 345"/>
                <a:gd name="T31" fmla="*/ 295 h 345"/>
                <a:gd name="T32" fmla="*/ 345 w 345"/>
                <a:gd name="T33" fmla="*/ 172 h 345"/>
                <a:gd name="T34" fmla="*/ 295 w 345"/>
                <a:gd name="T35" fmla="*/ 50 h 345"/>
                <a:gd name="T36" fmla="*/ 198 w 345"/>
                <a:gd name="T37" fmla="*/ 164 h 345"/>
                <a:gd name="T38" fmla="*/ 166 w 345"/>
                <a:gd name="T39" fmla="*/ 168 h 345"/>
                <a:gd name="T40" fmla="*/ 136 w 345"/>
                <a:gd name="T41" fmla="*/ 168 h 345"/>
                <a:gd name="T42" fmla="*/ 136 w 345"/>
                <a:gd name="T43" fmla="*/ 100 h 345"/>
                <a:gd name="T44" fmla="*/ 164 w 345"/>
                <a:gd name="T45" fmla="*/ 100 h 345"/>
                <a:gd name="T46" fmla="*/ 205 w 345"/>
                <a:gd name="T47" fmla="*/ 107 h 345"/>
                <a:gd name="T48" fmla="*/ 217 w 345"/>
                <a:gd name="T49" fmla="*/ 134 h 345"/>
                <a:gd name="T50" fmla="*/ 198 w 345"/>
                <a:gd name="T51" fmla="*/ 164 h 345"/>
                <a:gd name="T52" fmla="*/ 103 w 345"/>
                <a:gd name="T53" fmla="*/ 266 h 345"/>
                <a:gd name="T54" fmla="*/ 136 w 345"/>
                <a:gd name="T55" fmla="*/ 266 h 345"/>
                <a:gd name="T56" fmla="*/ 136 w 345"/>
                <a:gd name="T57" fmla="*/ 192 h 345"/>
                <a:gd name="T58" fmla="*/ 162 w 345"/>
                <a:gd name="T59" fmla="*/ 192 h 345"/>
                <a:gd name="T60" fmla="*/ 200 w 345"/>
                <a:gd name="T61" fmla="*/ 198 h 345"/>
                <a:gd name="T62" fmla="*/ 217 w 345"/>
                <a:gd name="T63" fmla="*/ 241 h 345"/>
                <a:gd name="T64" fmla="*/ 217 w 345"/>
                <a:gd name="T65" fmla="*/ 256 h 345"/>
                <a:gd name="T66" fmla="*/ 218 w 345"/>
                <a:gd name="T67" fmla="*/ 262 h 345"/>
                <a:gd name="T68" fmla="*/ 218 w 345"/>
                <a:gd name="T69" fmla="*/ 265 h 345"/>
                <a:gd name="T70" fmla="*/ 219 w 345"/>
                <a:gd name="T71" fmla="*/ 266 h 345"/>
                <a:gd name="T72" fmla="*/ 250 w 345"/>
                <a:gd name="T73" fmla="*/ 266 h 345"/>
                <a:gd name="T74" fmla="*/ 249 w 345"/>
                <a:gd name="T75" fmla="*/ 264 h 345"/>
                <a:gd name="T76" fmla="*/ 247 w 345"/>
                <a:gd name="T77" fmla="*/ 254 h 345"/>
                <a:gd name="T78" fmla="*/ 247 w 345"/>
                <a:gd name="T79" fmla="*/ 240 h 345"/>
                <a:gd name="T80" fmla="*/ 247 w 345"/>
                <a:gd name="T81" fmla="*/ 226 h 345"/>
                <a:gd name="T82" fmla="*/ 237 w 345"/>
                <a:gd name="T83" fmla="*/ 197 h 345"/>
                <a:gd name="T84" fmla="*/ 204 w 345"/>
                <a:gd name="T85" fmla="*/ 178 h 345"/>
                <a:gd name="T86" fmla="*/ 231 w 345"/>
                <a:gd name="T87" fmla="*/ 169 h 345"/>
                <a:gd name="T88" fmla="*/ 250 w 345"/>
                <a:gd name="T89" fmla="*/ 132 h 345"/>
                <a:gd name="T90" fmla="*/ 220 w 345"/>
                <a:gd name="T91" fmla="*/ 84 h 345"/>
                <a:gd name="T92" fmla="*/ 169 w 345"/>
                <a:gd name="T93" fmla="*/ 77 h 345"/>
                <a:gd name="T94" fmla="*/ 103 w 345"/>
                <a:gd name="T95" fmla="*/ 77 h 345"/>
                <a:gd name="T96" fmla="*/ 103 w 345"/>
                <a:gd name="T97" fmla="*/ 26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5" h="345">
                  <a:moveTo>
                    <a:pt x="277" y="68"/>
                  </a:moveTo>
                  <a:cubicBezTo>
                    <a:pt x="306" y="96"/>
                    <a:pt x="320" y="131"/>
                    <a:pt x="320" y="172"/>
                  </a:cubicBezTo>
                  <a:cubicBezTo>
                    <a:pt x="320" y="213"/>
                    <a:pt x="306" y="249"/>
                    <a:pt x="277" y="278"/>
                  </a:cubicBezTo>
                  <a:cubicBezTo>
                    <a:pt x="248" y="307"/>
                    <a:pt x="213" y="322"/>
                    <a:pt x="172" y="322"/>
                  </a:cubicBezTo>
                  <a:cubicBezTo>
                    <a:pt x="131" y="322"/>
                    <a:pt x="96" y="307"/>
                    <a:pt x="67" y="278"/>
                  </a:cubicBezTo>
                  <a:cubicBezTo>
                    <a:pt x="38" y="249"/>
                    <a:pt x="24" y="213"/>
                    <a:pt x="24" y="172"/>
                  </a:cubicBezTo>
                  <a:cubicBezTo>
                    <a:pt x="24" y="131"/>
                    <a:pt x="38" y="96"/>
                    <a:pt x="67" y="68"/>
                  </a:cubicBezTo>
                  <a:cubicBezTo>
                    <a:pt x="96" y="38"/>
                    <a:pt x="131" y="23"/>
                    <a:pt x="172" y="23"/>
                  </a:cubicBezTo>
                  <a:cubicBezTo>
                    <a:pt x="213" y="23"/>
                    <a:pt x="248" y="38"/>
                    <a:pt x="277" y="68"/>
                  </a:cubicBezTo>
                  <a:close/>
                  <a:moveTo>
                    <a:pt x="295" y="50"/>
                  </a:moveTo>
                  <a:cubicBezTo>
                    <a:pt x="261" y="17"/>
                    <a:pt x="220" y="0"/>
                    <a:pt x="172" y="0"/>
                  </a:cubicBezTo>
                  <a:cubicBezTo>
                    <a:pt x="125" y="0"/>
                    <a:pt x="84" y="17"/>
                    <a:pt x="51" y="50"/>
                  </a:cubicBezTo>
                  <a:cubicBezTo>
                    <a:pt x="17" y="84"/>
                    <a:pt x="0" y="125"/>
                    <a:pt x="0" y="172"/>
                  </a:cubicBezTo>
                  <a:cubicBezTo>
                    <a:pt x="0" y="220"/>
                    <a:pt x="17" y="261"/>
                    <a:pt x="50" y="295"/>
                  </a:cubicBezTo>
                  <a:cubicBezTo>
                    <a:pt x="83" y="329"/>
                    <a:pt x="124" y="345"/>
                    <a:pt x="172" y="345"/>
                  </a:cubicBezTo>
                  <a:cubicBezTo>
                    <a:pt x="220" y="345"/>
                    <a:pt x="261" y="329"/>
                    <a:pt x="295" y="295"/>
                  </a:cubicBezTo>
                  <a:cubicBezTo>
                    <a:pt x="328" y="261"/>
                    <a:pt x="345" y="220"/>
                    <a:pt x="345" y="172"/>
                  </a:cubicBezTo>
                  <a:cubicBezTo>
                    <a:pt x="345" y="124"/>
                    <a:pt x="328" y="84"/>
                    <a:pt x="295" y="50"/>
                  </a:cubicBezTo>
                  <a:close/>
                  <a:moveTo>
                    <a:pt x="198" y="164"/>
                  </a:moveTo>
                  <a:cubicBezTo>
                    <a:pt x="191" y="167"/>
                    <a:pt x="180" y="168"/>
                    <a:pt x="166" y="168"/>
                  </a:cubicBezTo>
                  <a:cubicBezTo>
                    <a:pt x="136" y="168"/>
                    <a:pt x="136" y="168"/>
                    <a:pt x="136" y="168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64" y="100"/>
                    <a:pt x="164" y="100"/>
                    <a:pt x="164" y="100"/>
                  </a:cubicBezTo>
                  <a:cubicBezTo>
                    <a:pt x="183" y="100"/>
                    <a:pt x="196" y="102"/>
                    <a:pt x="205" y="107"/>
                  </a:cubicBezTo>
                  <a:cubicBezTo>
                    <a:pt x="213" y="112"/>
                    <a:pt x="217" y="121"/>
                    <a:pt x="217" y="134"/>
                  </a:cubicBezTo>
                  <a:cubicBezTo>
                    <a:pt x="217" y="149"/>
                    <a:pt x="211" y="159"/>
                    <a:pt x="198" y="164"/>
                  </a:cubicBezTo>
                  <a:close/>
                  <a:moveTo>
                    <a:pt x="103" y="266"/>
                  </a:moveTo>
                  <a:cubicBezTo>
                    <a:pt x="136" y="266"/>
                    <a:pt x="136" y="266"/>
                    <a:pt x="136" y="266"/>
                  </a:cubicBezTo>
                  <a:cubicBezTo>
                    <a:pt x="136" y="192"/>
                    <a:pt x="136" y="192"/>
                    <a:pt x="136" y="192"/>
                  </a:cubicBezTo>
                  <a:cubicBezTo>
                    <a:pt x="162" y="192"/>
                    <a:pt x="162" y="192"/>
                    <a:pt x="162" y="192"/>
                  </a:cubicBezTo>
                  <a:cubicBezTo>
                    <a:pt x="180" y="192"/>
                    <a:pt x="192" y="193"/>
                    <a:pt x="200" y="198"/>
                  </a:cubicBezTo>
                  <a:cubicBezTo>
                    <a:pt x="211" y="205"/>
                    <a:pt x="217" y="219"/>
                    <a:pt x="217" y="241"/>
                  </a:cubicBezTo>
                  <a:cubicBezTo>
                    <a:pt x="217" y="256"/>
                    <a:pt x="217" y="256"/>
                    <a:pt x="217" y="256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18" y="263"/>
                    <a:pt x="218" y="264"/>
                    <a:pt x="218" y="265"/>
                  </a:cubicBezTo>
                  <a:cubicBezTo>
                    <a:pt x="219" y="265"/>
                    <a:pt x="219" y="266"/>
                    <a:pt x="219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48" y="263"/>
                    <a:pt x="248" y="259"/>
                    <a:pt x="247" y="254"/>
                  </a:cubicBezTo>
                  <a:cubicBezTo>
                    <a:pt x="247" y="249"/>
                    <a:pt x="247" y="244"/>
                    <a:pt x="247" y="240"/>
                  </a:cubicBezTo>
                  <a:cubicBezTo>
                    <a:pt x="247" y="226"/>
                    <a:pt x="247" y="226"/>
                    <a:pt x="247" y="226"/>
                  </a:cubicBezTo>
                  <a:cubicBezTo>
                    <a:pt x="247" y="217"/>
                    <a:pt x="244" y="207"/>
                    <a:pt x="237" y="197"/>
                  </a:cubicBezTo>
                  <a:cubicBezTo>
                    <a:pt x="230" y="187"/>
                    <a:pt x="219" y="181"/>
                    <a:pt x="204" y="178"/>
                  </a:cubicBezTo>
                  <a:cubicBezTo>
                    <a:pt x="216" y="176"/>
                    <a:pt x="225" y="173"/>
                    <a:pt x="231" y="169"/>
                  </a:cubicBezTo>
                  <a:cubicBezTo>
                    <a:pt x="244" y="161"/>
                    <a:pt x="250" y="148"/>
                    <a:pt x="250" y="132"/>
                  </a:cubicBezTo>
                  <a:cubicBezTo>
                    <a:pt x="250" y="108"/>
                    <a:pt x="240" y="92"/>
                    <a:pt x="220" y="84"/>
                  </a:cubicBezTo>
                  <a:cubicBezTo>
                    <a:pt x="210" y="79"/>
                    <a:pt x="192" y="77"/>
                    <a:pt x="169" y="77"/>
                  </a:cubicBezTo>
                  <a:cubicBezTo>
                    <a:pt x="103" y="77"/>
                    <a:pt x="103" y="77"/>
                    <a:pt x="103" y="77"/>
                  </a:cubicBezTo>
                  <a:lnTo>
                    <a:pt x="103" y="266"/>
                  </a:ln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2C0DA241-F1E3-A3AA-0BAD-26788C823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66" y="0"/>
              <a:ext cx="733" cy="733"/>
            </a:xfrm>
            <a:custGeom>
              <a:avLst/>
              <a:gdLst>
                <a:gd name="T0" fmla="*/ 4176 w 4576"/>
                <a:gd name="T1" fmla="*/ 996 h 4576"/>
                <a:gd name="T2" fmla="*/ 4106 w 4576"/>
                <a:gd name="T3" fmla="*/ 1355 h 4576"/>
                <a:gd name="T4" fmla="*/ 2907 w 4576"/>
                <a:gd name="T5" fmla="*/ 1262 h 4576"/>
                <a:gd name="T6" fmla="*/ 2797 w 4576"/>
                <a:gd name="T7" fmla="*/ 1612 h 4576"/>
                <a:gd name="T8" fmla="*/ 4141 w 4576"/>
                <a:gd name="T9" fmla="*/ 2094 h 4576"/>
                <a:gd name="T10" fmla="*/ 4386 w 4576"/>
                <a:gd name="T11" fmla="*/ 2839 h 4576"/>
                <a:gd name="T12" fmla="*/ 3944 w 4576"/>
                <a:gd name="T13" fmla="*/ 3672 h 4576"/>
                <a:gd name="T14" fmla="*/ 3173 w 4576"/>
                <a:gd name="T15" fmla="*/ 3966 h 4576"/>
                <a:gd name="T16" fmla="*/ 2263 w 4576"/>
                <a:gd name="T17" fmla="*/ 3848 h 4576"/>
                <a:gd name="T18" fmla="*/ 2082 w 4576"/>
                <a:gd name="T19" fmla="*/ 3429 h 4576"/>
                <a:gd name="T20" fmla="*/ 2101 w 4576"/>
                <a:gd name="T21" fmla="*/ 3327 h 4576"/>
                <a:gd name="T22" fmla="*/ 2301 w 4576"/>
                <a:gd name="T23" fmla="*/ 3133 h 4576"/>
                <a:gd name="T24" fmla="*/ 2390 w 4576"/>
                <a:gd name="T25" fmla="*/ 3119 h 4576"/>
                <a:gd name="T26" fmla="*/ 2659 w 4576"/>
                <a:gd name="T27" fmla="*/ 3526 h 4576"/>
                <a:gd name="T28" fmla="*/ 3240 w 4576"/>
                <a:gd name="T29" fmla="*/ 3784 h 4576"/>
                <a:gd name="T30" fmla="*/ 3753 w 4576"/>
                <a:gd name="T31" fmla="*/ 3318 h 4576"/>
                <a:gd name="T32" fmla="*/ 2217 w 4576"/>
                <a:gd name="T33" fmla="*/ 2488 h 4576"/>
                <a:gd name="T34" fmla="*/ 2812 w 4576"/>
                <a:gd name="T35" fmla="*/ 701 h 4576"/>
                <a:gd name="T36" fmla="*/ 3564 w 4576"/>
                <a:gd name="T37" fmla="*/ 766 h 4576"/>
                <a:gd name="T38" fmla="*/ 4065 w 4576"/>
                <a:gd name="T39" fmla="*/ 848 h 4576"/>
                <a:gd name="T40" fmla="*/ 2288 w 4576"/>
                <a:gd name="T41" fmla="*/ 0 h 4576"/>
                <a:gd name="T42" fmla="*/ 0 w 4576"/>
                <a:gd name="T43" fmla="*/ 2288 h 4576"/>
                <a:gd name="T44" fmla="*/ 445 w 4576"/>
                <a:gd name="T45" fmla="*/ 3644 h 4576"/>
                <a:gd name="T46" fmla="*/ 616 w 4576"/>
                <a:gd name="T47" fmla="*/ 3581 h 4576"/>
                <a:gd name="T48" fmla="*/ 610 w 4576"/>
                <a:gd name="T49" fmla="*/ 3402 h 4576"/>
                <a:gd name="T50" fmla="*/ 565 w 4576"/>
                <a:gd name="T51" fmla="*/ 1982 h 4576"/>
                <a:gd name="T52" fmla="*/ 245 w 4576"/>
                <a:gd name="T53" fmla="*/ 1998 h 4576"/>
                <a:gd name="T54" fmla="*/ 261 w 4576"/>
                <a:gd name="T55" fmla="*/ 1735 h 4576"/>
                <a:gd name="T56" fmla="*/ 579 w 4576"/>
                <a:gd name="T57" fmla="*/ 1707 h 4576"/>
                <a:gd name="T58" fmla="*/ 596 w 4576"/>
                <a:gd name="T59" fmla="*/ 1479 h 4576"/>
                <a:gd name="T60" fmla="*/ 1542 w 4576"/>
                <a:gd name="T61" fmla="*/ 623 h 4576"/>
                <a:gd name="T62" fmla="*/ 1920 w 4576"/>
                <a:gd name="T63" fmla="*/ 561 h 4576"/>
                <a:gd name="T64" fmla="*/ 2018 w 4576"/>
                <a:gd name="T65" fmla="*/ 558 h 4576"/>
                <a:gd name="T66" fmla="*/ 2242 w 4576"/>
                <a:gd name="T67" fmla="*/ 603 h 4576"/>
                <a:gd name="T68" fmla="*/ 2508 w 4576"/>
                <a:gd name="T69" fmla="*/ 807 h 4576"/>
                <a:gd name="T70" fmla="*/ 2505 w 4576"/>
                <a:gd name="T71" fmla="*/ 873 h 4576"/>
                <a:gd name="T72" fmla="*/ 2379 w 4576"/>
                <a:gd name="T73" fmla="*/ 1020 h 4576"/>
                <a:gd name="T74" fmla="*/ 2278 w 4576"/>
                <a:gd name="T75" fmla="*/ 1033 h 4576"/>
                <a:gd name="T76" fmla="*/ 2065 w 4576"/>
                <a:gd name="T77" fmla="*/ 927 h 4576"/>
                <a:gd name="T78" fmla="*/ 1657 w 4576"/>
                <a:gd name="T79" fmla="*/ 818 h 4576"/>
                <a:gd name="T80" fmla="*/ 1466 w 4576"/>
                <a:gd name="T81" fmla="*/ 1048 h 4576"/>
                <a:gd name="T82" fmla="*/ 1438 w 4576"/>
                <a:gd name="T83" fmla="*/ 1664 h 4576"/>
                <a:gd name="T84" fmla="*/ 2218 w 4576"/>
                <a:gd name="T85" fmla="*/ 1651 h 4576"/>
                <a:gd name="T86" fmla="*/ 2218 w 4576"/>
                <a:gd name="T87" fmla="*/ 1831 h 4576"/>
                <a:gd name="T88" fmla="*/ 1959 w 4576"/>
                <a:gd name="T89" fmla="*/ 1950 h 4576"/>
                <a:gd name="T90" fmla="*/ 1431 w 4576"/>
                <a:gd name="T91" fmla="*/ 1957 h 4576"/>
                <a:gd name="T92" fmla="*/ 1454 w 4576"/>
                <a:gd name="T93" fmla="*/ 3469 h 4576"/>
                <a:gd name="T94" fmla="*/ 1482 w 4576"/>
                <a:gd name="T95" fmla="*/ 3663 h 4576"/>
                <a:gd name="T96" fmla="*/ 1961 w 4576"/>
                <a:gd name="T97" fmla="*/ 3789 h 4576"/>
                <a:gd name="T98" fmla="*/ 1965 w 4576"/>
                <a:gd name="T99" fmla="*/ 3947 h 4576"/>
                <a:gd name="T100" fmla="*/ 583 w 4576"/>
                <a:gd name="T101" fmla="*/ 3814 h 4576"/>
                <a:gd name="T102" fmla="*/ 2288 w 4576"/>
                <a:gd name="T103" fmla="*/ 4576 h 4576"/>
                <a:gd name="T104" fmla="*/ 4576 w 4576"/>
                <a:gd name="T105" fmla="*/ 2288 h 4576"/>
                <a:gd name="T106" fmla="*/ 4176 w 4576"/>
                <a:gd name="T107" fmla="*/ 996 h 4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576" h="4576">
                  <a:moveTo>
                    <a:pt x="4176" y="996"/>
                  </a:moveTo>
                  <a:cubicBezTo>
                    <a:pt x="4148" y="1112"/>
                    <a:pt x="4134" y="1232"/>
                    <a:pt x="4106" y="1355"/>
                  </a:cubicBezTo>
                  <a:cubicBezTo>
                    <a:pt x="3763" y="1310"/>
                    <a:pt x="3360" y="1278"/>
                    <a:pt x="2907" y="1262"/>
                  </a:cubicBezTo>
                  <a:cubicBezTo>
                    <a:pt x="2871" y="1377"/>
                    <a:pt x="2836" y="1489"/>
                    <a:pt x="2797" y="1612"/>
                  </a:cubicBezTo>
                  <a:cubicBezTo>
                    <a:pt x="3555" y="1659"/>
                    <a:pt x="3923" y="1858"/>
                    <a:pt x="4141" y="2094"/>
                  </a:cubicBezTo>
                  <a:cubicBezTo>
                    <a:pt x="4354" y="2332"/>
                    <a:pt x="4399" y="2594"/>
                    <a:pt x="4386" y="2839"/>
                  </a:cubicBezTo>
                  <a:cubicBezTo>
                    <a:pt x="4359" y="3235"/>
                    <a:pt x="4184" y="3486"/>
                    <a:pt x="3944" y="3672"/>
                  </a:cubicBezTo>
                  <a:cubicBezTo>
                    <a:pt x="3702" y="3855"/>
                    <a:pt x="3408" y="3946"/>
                    <a:pt x="3173" y="3966"/>
                  </a:cubicBezTo>
                  <a:cubicBezTo>
                    <a:pt x="2826" y="3991"/>
                    <a:pt x="2362" y="3909"/>
                    <a:pt x="2263" y="3848"/>
                  </a:cubicBezTo>
                  <a:cubicBezTo>
                    <a:pt x="2204" y="3713"/>
                    <a:pt x="2145" y="3577"/>
                    <a:pt x="2082" y="3429"/>
                  </a:cubicBezTo>
                  <a:cubicBezTo>
                    <a:pt x="2067" y="3397"/>
                    <a:pt x="2057" y="3365"/>
                    <a:pt x="2101" y="3327"/>
                  </a:cubicBezTo>
                  <a:cubicBezTo>
                    <a:pt x="2168" y="3262"/>
                    <a:pt x="2233" y="3200"/>
                    <a:pt x="2301" y="3133"/>
                  </a:cubicBezTo>
                  <a:cubicBezTo>
                    <a:pt x="2332" y="3104"/>
                    <a:pt x="2365" y="3076"/>
                    <a:pt x="2390" y="3119"/>
                  </a:cubicBezTo>
                  <a:cubicBezTo>
                    <a:pt x="2484" y="3262"/>
                    <a:pt x="2571" y="3394"/>
                    <a:pt x="2659" y="3526"/>
                  </a:cubicBezTo>
                  <a:cubicBezTo>
                    <a:pt x="2758" y="3673"/>
                    <a:pt x="2910" y="3806"/>
                    <a:pt x="3240" y="3784"/>
                  </a:cubicBezTo>
                  <a:cubicBezTo>
                    <a:pt x="3519" y="3759"/>
                    <a:pt x="3730" y="3549"/>
                    <a:pt x="3753" y="3318"/>
                  </a:cubicBezTo>
                  <a:cubicBezTo>
                    <a:pt x="3777" y="2889"/>
                    <a:pt x="3344" y="2585"/>
                    <a:pt x="2217" y="2488"/>
                  </a:cubicBezTo>
                  <a:cubicBezTo>
                    <a:pt x="2433" y="1835"/>
                    <a:pt x="2644" y="1203"/>
                    <a:pt x="2812" y="701"/>
                  </a:cubicBezTo>
                  <a:cubicBezTo>
                    <a:pt x="3080" y="713"/>
                    <a:pt x="3328" y="735"/>
                    <a:pt x="3564" y="766"/>
                  </a:cubicBezTo>
                  <a:cubicBezTo>
                    <a:pt x="3740" y="788"/>
                    <a:pt x="3902" y="829"/>
                    <a:pt x="4065" y="848"/>
                  </a:cubicBezTo>
                  <a:cubicBezTo>
                    <a:pt x="3646" y="330"/>
                    <a:pt x="3006" y="0"/>
                    <a:pt x="2288" y="0"/>
                  </a:cubicBezTo>
                  <a:cubicBezTo>
                    <a:pt x="1024" y="0"/>
                    <a:pt x="0" y="1024"/>
                    <a:pt x="0" y="2288"/>
                  </a:cubicBezTo>
                  <a:cubicBezTo>
                    <a:pt x="0" y="2796"/>
                    <a:pt x="165" y="3264"/>
                    <a:pt x="445" y="3644"/>
                  </a:cubicBezTo>
                  <a:cubicBezTo>
                    <a:pt x="542" y="3645"/>
                    <a:pt x="609" y="3623"/>
                    <a:pt x="616" y="3581"/>
                  </a:cubicBezTo>
                  <a:cubicBezTo>
                    <a:pt x="625" y="3538"/>
                    <a:pt x="618" y="3470"/>
                    <a:pt x="610" y="3402"/>
                  </a:cubicBezTo>
                  <a:cubicBezTo>
                    <a:pt x="564" y="2953"/>
                    <a:pt x="548" y="2468"/>
                    <a:pt x="565" y="1982"/>
                  </a:cubicBezTo>
                  <a:cubicBezTo>
                    <a:pt x="449" y="1987"/>
                    <a:pt x="345" y="1992"/>
                    <a:pt x="245" y="1998"/>
                  </a:cubicBezTo>
                  <a:cubicBezTo>
                    <a:pt x="249" y="1908"/>
                    <a:pt x="254" y="1823"/>
                    <a:pt x="261" y="1735"/>
                  </a:cubicBezTo>
                  <a:cubicBezTo>
                    <a:pt x="360" y="1725"/>
                    <a:pt x="465" y="1717"/>
                    <a:pt x="579" y="1707"/>
                  </a:cubicBezTo>
                  <a:cubicBezTo>
                    <a:pt x="584" y="1630"/>
                    <a:pt x="590" y="1555"/>
                    <a:pt x="596" y="1479"/>
                  </a:cubicBezTo>
                  <a:cubicBezTo>
                    <a:pt x="648" y="1016"/>
                    <a:pt x="1136" y="732"/>
                    <a:pt x="1542" y="623"/>
                  </a:cubicBezTo>
                  <a:cubicBezTo>
                    <a:pt x="1723" y="579"/>
                    <a:pt x="1833" y="565"/>
                    <a:pt x="1920" y="561"/>
                  </a:cubicBezTo>
                  <a:cubicBezTo>
                    <a:pt x="1951" y="560"/>
                    <a:pt x="1985" y="558"/>
                    <a:pt x="2018" y="558"/>
                  </a:cubicBezTo>
                  <a:cubicBezTo>
                    <a:pt x="2102" y="558"/>
                    <a:pt x="2188" y="566"/>
                    <a:pt x="2242" y="603"/>
                  </a:cubicBezTo>
                  <a:cubicBezTo>
                    <a:pt x="2330" y="669"/>
                    <a:pt x="2416" y="734"/>
                    <a:pt x="2508" y="807"/>
                  </a:cubicBezTo>
                  <a:cubicBezTo>
                    <a:pt x="2518" y="819"/>
                    <a:pt x="2528" y="839"/>
                    <a:pt x="2505" y="873"/>
                  </a:cubicBezTo>
                  <a:cubicBezTo>
                    <a:pt x="2463" y="922"/>
                    <a:pt x="2422" y="969"/>
                    <a:pt x="2379" y="1020"/>
                  </a:cubicBezTo>
                  <a:cubicBezTo>
                    <a:pt x="2354" y="1050"/>
                    <a:pt x="2313" y="1042"/>
                    <a:pt x="2278" y="1033"/>
                  </a:cubicBezTo>
                  <a:cubicBezTo>
                    <a:pt x="2206" y="996"/>
                    <a:pt x="2136" y="962"/>
                    <a:pt x="2065" y="927"/>
                  </a:cubicBezTo>
                  <a:cubicBezTo>
                    <a:pt x="1937" y="870"/>
                    <a:pt x="1804" y="812"/>
                    <a:pt x="1657" y="818"/>
                  </a:cubicBezTo>
                  <a:cubicBezTo>
                    <a:pt x="1565" y="825"/>
                    <a:pt x="1475" y="919"/>
                    <a:pt x="1466" y="1048"/>
                  </a:cubicBezTo>
                  <a:cubicBezTo>
                    <a:pt x="1453" y="1244"/>
                    <a:pt x="1445" y="1446"/>
                    <a:pt x="1438" y="1664"/>
                  </a:cubicBezTo>
                  <a:cubicBezTo>
                    <a:pt x="1694" y="1656"/>
                    <a:pt x="1949" y="1652"/>
                    <a:pt x="2218" y="1651"/>
                  </a:cubicBezTo>
                  <a:cubicBezTo>
                    <a:pt x="2218" y="1712"/>
                    <a:pt x="2218" y="1768"/>
                    <a:pt x="2218" y="1831"/>
                  </a:cubicBezTo>
                  <a:cubicBezTo>
                    <a:pt x="2130" y="1870"/>
                    <a:pt x="2047" y="1910"/>
                    <a:pt x="1959" y="1950"/>
                  </a:cubicBezTo>
                  <a:cubicBezTo>
                    <a:pt x="1778" y="1952"/>
                    <a:pt x="1605" y="1954"/>
                    <a:pt x="1431" y="1957"/>
                  </a:cubicBezTo>
                  <a:cubicBezTo>
                    <a:pt x="1423" y="2475"/>
                    <a:pt x="1430" y="2992"/>
                    <a:pt x="1454" y="3469"/>
                  </a:cubicBezTo>
                  <a:cubicBezTo>
                    <a:pt x="1458" y="3541"/>
                    <a:pt x="1462" y="3614"/>
                    <a:pt x="1482" y="3663"/>
                  </a:cubicBezTo>
                  <a:cubicBezTo>
                    <a:pt x="1507" y="3725"/>
                    <a:pt x="1650" y="3772"/>
                    <a:pt x="1961" y="3789"/>
                  </a:cubicBezTo>
                  <a:cubicBezTo>
                    <a:pt x="1962" y="3844"/>
                    <a:pt x="1964" y="3895"/>
                    <a:pt x="1965" y="3947"/>
                  </a:cubicBezTo>
                  <a:cubicBezTo>
                    <a:pt x="1459" y="3932"/>
                    <a:pt x="973" y="3884"/>
                    <a:pt x="583" y="3814"/>
                  </a:cubicBezTo>
                  <a:cubicBezTo>
                    <a:pt x="1002" y="4282"/>
                    <a:pt x="1611" y="4576"/>
                    <a:pt x="2288" y="4576"/>
                  </a:cubicBezTo>
                  <a:cubicBezTo>
                    <a:pt x="3552" y="4576"/>
                    <a:pt x="4576" y="3552"/>
                    <a:pt x="4576" y="2288"/>
                  </a:cubicBezTo>
                  <a:cubicBezTo>
                    <a:pt x="4576" y="1809"/>
                    <a:pt x="4428" y="1364"/>
                    <a:pt x="4176" y="996"/>
                  </a:cubicBezTo>
                  <a:close/>
                </a:path>
              </a:pathLst>
            </a:custGeom>
            <a:solidFill>
              <a:srgbClr val="E400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37DA5001-C688-9E9B-26FA-8EA95DD1C3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60" y="611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317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507F766-A8EE-E4D7-BD50-94C42DD3B5DD}"/>
              </a:ext>
            </a:extLst>
          </p:cNvPr>
          <p:cNvGrpSpPr/>
          <p:nvPr userDrawn="1"/>
        </p:nvGrpSpPr>
        <p:grpSpPr>
          <a:xfrm>
            <a:off x="0" y="6763512"/>
            <a:ext cx="12192000" cy="94488"/>
            <a:chOff x="4107" y="7202786"/>
            <a:chExt cx="12187893" cy="317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2B8C6AA-CBBB-E009-1D7F-14B317421A9E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FB5345B-5CF7-C3AC-2D96-19C06B444FA3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8FAB7F8-510A-8E18-5E95-BD19E5064E73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5BC56F0-8C74-A979-7574-2A49BE7B861D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D7FB9D-EC5E-9E0D-B885-CC2551692DE1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658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9411D-BC96-4E78-BA86-AE555DEC23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57200" y="457200"/>
            <a:ext cx="11274552" cy="7539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7C78E-8007-4F21-9F40-137DE0E5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68499"/>
            <a:ext cx="11274552" cy="43116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B132A78-A325-047D-E8A8-FFFB5F164142}"/>
              </a:ext>
            </a:extLst>
          </p:cNvPr>
          <p:cNvGrpSpPr/>
          <p:nvPr userDrawn="1"/>
        </p:nvGrpSpPr>
        <p:grpSpPr>
          <a:xfrm>
            <a:off x="0" y="0"/>
            <a:ext cx="12192000" cy="94488"/>
            <a:chOff x="4107" y="7202786"/>
            <a:chExt cx="12187893" cy="3175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1FEE3C-DBB0-E34B-D903-673FF8A108D2}"/>
                </a:ext>
              </a:extLst>
            </p:cNvPr>
            <p:cNvSpPr/>
            <p:nvPr userDrawn="1"/>
          </p:nvSpPr>
          <p:spPr>
            <a:xfrm>
              <a:off x="4107" y="7202786"/>
              <a:ext cx="1653243" cy="31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CDC666B-D088-4101-EEC0-5AD7E5464B6C}"/>
                </a:ext>
              </a:extLst>
            </p:cNvPr>
            <p:cNvSpPr/>
            <p:nvPr userDrawn="1"/>
          </p:nvSpPr>
          <p:spPr>
            <a:xfrm>
              <a:off x="1657350" y="7202786"/>
              <a:ext cx="4440704" cy="317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FBB995-BF48-E151-1CAA-B3582614FF1D}"/>
                </a:ext>
              </a:extLst>
            </p:cNvPr>
            <p:cNvSpPr/>
            <p:nvPr userDrawn="1"/>
          </p:nvSpPr>
          <p:spPr>
            <a:xfrm>
              <a:off x="6098053" y="7202786"/>
              <a:ext cx="2010896" cy="31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A161532-7C72-6851-1467-80BC14AF442A}"/>
                </a:ext>
              </a:extLst>
            </p:cNvPr>
            <p:cNvSpPr/>
            <p:nvPr userDrawn="1"/>
          </p:nvSpPr>
          <p:spPr>
            <a:xfrm>
              <a:off x="8108950" y="7202786"/>
              <a:ext cx="2857500" cy="31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056492C-0C91-5332-0298-E76EEC3B6A26}"/>
                </a:ext>
              </a:extLst>
            </p:cNvPr>
            <p:cNvSpPr/>
            <p:nvPr userDrawn="1"/>
          </p:nvSpPr>
          <p:spPr>
            <a:xfrm>
              <a:off x="10966450" y="7202786"/>
              <a:ext cx="1225550" cy="317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US" sz="1200" kern="100" err="1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93457C5-F2FA-C14D-DAD2-52605F92CAA1}"/>
              </a:ext>
            </a:extLst>
          </p:cNvPr>
          <p:cNvSpPr txBox="1"/>
          <p:nvPr userDrawn="1"/>
        </p:nvSpPr>
        <p:spPr>
          <a:xfrm>
            <a:off x="681166" y="6501327"/>
            <a:ext cx="729826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r>
              <a:rPr lang="en-US" sz="750" kern="100" cap="all" spc="1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©</a:t>
            </a:r>
            <a:r>
              <a:rPr lang="en-US" sz="750" kern="100" cap="all" spc="2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2026 F5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375B4-4526-3BB8-8C7F-CF9D9F7A24C3}"/>
              </a:ext>
            </a:extLst>
          </p:cNvPr>
          <p:cNvSpPr txBox="1"/>
          <p:nvPr userDrawn="1"/>
        </p:nvSpPr>
        <p:spPr>
          <a:xfrm>
            <a:off x="6803" y="6501327"/>
            <a:ext cx="567250" cy="100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lvl="4" algn="r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  <a:buFont typeface="Arial" panose="020B0604020202020204" pitchFamily="34" charset="0"/>
              <a:buChar char="​"/>
            </a:pPr>
            <a:fld id="{CB0320B6-2A61-43CE-9396-B5C4FB4B7D43}" type="slidenum">
              <a:rPr lang="en-US" sz="750" b="0" kern="100" cap="all" spc="50" smtClean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pPr marL="0" lvl="4" algn="r">
                <a:lnSpc>
                  <a:spcPct val="85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5"/>
                </a:buClr>
                <a:buFont typeface="Arial" panose="020B0604020202020204" pitchFamily="34" charset="0"/>
                <a:buChar char="​"/>
              </a:pPr>
              <a:t>‹#›</a:t>
            </a:fld>
            <a:endParaRPr lang="en-US" sz="750" b="0" kern="100" cap="all" spc="5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" name="updated logo" descr="Logo&#10;&#10;Description automatically generated">
            <a:extLst>
              <a:ext uri="{FF2B5EF4-FFF2-40B4-BE49-F238E27FC236}">
                <a16:creationId xmlns:a16="http://schemas.microsoft.com/office/drawing/2014/main" id="{37F754B5-F617-01FB-E4C5-CFE77D6E1325}"/>
              </a:ext>
            </a:extLst>
          </p:cNvPr>
          <p:cNvPicPr>
            <a:picLocks noChangeAspect="1"/>
          </p:cNvPicPr>
          <p:nvPr userDrawn="1"/>
        </p:nvPicPr>
        <p:blipFill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6511" y="6431000"/>
            <a:ext cx="246824" cy="246888"/>
          </a:xfrm>
          <a:prstGeom prst="rect">
            <a:avLst/>
          </a:prstGeom>
        </p:spPr>
      </p:pic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B3F8F5BF-EC54-B37F-A4AF-470726CC7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5574" y="6450475"/>
            <a:ext cx="2171134" cy="1986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126" rtl="0" eaLnBrk="1" latinLnBrk="0" hangingPunct="1">
              <a:defRPr lang="en-US" sz="7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marL="0" lvl="4">
              <a:lnSpc>
                <a:spcPct val="85000"/>
              </a:lnSpc>
              <a:spcBef>
                <a:spcPts val="200"/>
              </a:spcBef>
              <a:spcAft>
                <a:spcPts val="400"/>
              </a:spcAft>
              <a:buClr>
                <a:schemeClr val="accent5"/>
              </a:buClr>
            </a:pP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C6B1E18-52A7-EE62-7ABD-46B8D6C627D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77809328"/>
              </p:ext>
            </p:extLst>
          </p:nvPr>
        </p:nvGraphicFramePr>
        <p:xfrm>
          <a:off x="12684596" y="0"/>
          <a:ext cx="1874520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6126666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20874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8442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758820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2812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31625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52556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01244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1950598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59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1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001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000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000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00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4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3A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1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C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671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54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38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26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1F2B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E5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3D3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A5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3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5F2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3470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F5F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F0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FDED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C7B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A7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2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63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7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7132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E4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DCE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B8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A1E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5B9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27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15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D5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BA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B9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A7D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B8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16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174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1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C2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AB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99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77F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E23A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E145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0E3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0A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A3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9C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3A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117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3005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003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14862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DB50FD-4257-6396-F99A-C14470C9D1E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26800798"/>
              </p:ext>
            </p:extLst>
          </p:nvPr>
        </p:nvGraphicFramePr>
        <p:xfrm>
          <a:off x="12323839" y="0"/>
          <a:ext cx="228918" cy="3429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259179116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0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92298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9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4219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6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4017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71831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2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560618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6043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96892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27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028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52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b="1" kern="100" spc="-1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None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14000"/>
        </a:lnSpc>
        <a:spcBef>
          <a:spcPts val="1200"/>
        </a:spcBef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36576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 smtClean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40080" indent="-171450" algn="l" defTabSz="914400" rtl="0" eaLnBrk="1" latinLnBrk="0" hangingPunct="1">
        <a:lnSpc>
          <a:spcPct val="114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lang="en-US" sz="1600" kern="1200" spc="-2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400"/>
        </a:spcAft>
        <a:buFont typeface="Arial" panose="020B0604020202020204" pitchFamily="34" charset="0"/>
        <a:buChar char="​"/>
        <a:defRPr sz="1600" b="1" kern="100" cap="none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400" b="1" kern="100" cap="all" spc="50" baseline="0">
          <a:solidFill>
            <a:schemeClr val="accent1"/>
          </a:solidFill>
          <a:latin typeface="Arial Narrow" panose="020B0606020202030204" pitchFamily="34" charset="0"/>
          <a:ea typeface="+mn-ea"/>
          <a:cs typeface="Arial" panose="020B0604020202020204" pitchFamily="34" charset="0"/>
        </a:defRPr>
      </a:lvl6pPr>
      <a:lvl7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7145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200"/>
        </a:spcAft>
        <a:buFont typeface="Arial" panose="020B0604020202020204" pitchFamily="34" charset="0"/>
        <a:buChar char="•"/>
        <a:defRPr sz="14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42900" indent="-171450" algn="l" defTabSz="914400" rtl="0" eaLnBrk="1" latinLnBrk="0" hangingPunct="1">
        <a:lnSpc>
          <a:spcPct val="90000"/>
        </a:lnSpc>
        <a:spcBef>
          <a:spcPts val="600"/>
        </a:spcBef>
        <a:spcAft>
          <a:spcPts val="400"/>
        </a:spcAft>
        <a:buFont typeface="Arial" panose="020B0604020202020204" pitchFamily="34" charset="0"/>
        <a:buChar char="−"/>
        <a:defRPr sz="1200" kern="1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1248">
          <p15:clr>
            <a:srgbClr val="F26B43"/>
          </p15:clr>
        </p15:guide>
        <p15:guide id="6" pos="288">
          <p15:clr>
            <a:srgbClr val="F26B43"/>
          </p15:clr>
        </p15:guide>
        <p15:guide id="7" pos="7392">
          <p15:clr>
            <a:srgbClr val="F26B43"/>
          </p15:clr>
        </p15:guide>
        <p15:guide id="8" orient="horz" pos="396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F5 Theme_FY26">
  <a:themeElements>
    <a:clrScheme name="F5-FY26Q3">
      <a:dk1>
        <a:srgbClr val="000000"/>
      </a:dk1>
      <a:lt1>
        <a:srgbClr val="FFFFFF"/>
      </a:lt1>
      <a:dk2>
        <a:srgbClr val="222222"/>
      </a:dk2>
      <a:lt2>
        <a:srgbClr val="E6E6E6"/>
      </a:lt2>
      <a:accent1>
        <a:srgbClr val="0E41AA"/>
      </a:accent1>
      <a:accent2>
        <a:srgbClr val="933CCC"/>
      </a:accent2>
      <a:accent3>
        <a:srgbClr val="AB2782"/>
      </a:accent3>
      <a:accent4>
        <a:srgbClr val="E4002B"/>
      </a:accent4>
      <a:accent5>
        <a:srgbClr val="F29A36"/>
      </a:accent5>
      <a:accent6>
        <a:srgbClr val="009639"/>
      </a:accent6>
      <a:hlink>
        <a:srgbClr val="0E41AA"/>
      </a:hlink>
      <a:folHlink>
        <a:srgbClr val="AB2782"/>
      </a:folHlink>
    </a:clrScheme>
    <a:fontScheme name="Custom 13">
      <a:majorFont>
        <a:latin typeface="Aptos ExtraBold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l">
          <a:lnSpc>
            <a:spcPct val="90000"/>
          </a:lnSpc>
          <a:spcBef>
            <a:spcPts val="200"/>
          </a:spcBef>
          <a:spcAft>
            <a:spcPts val="200"/>
          </a:spcAft>
          <a:defRPr sz="1200" kern="100" dirty="0" err="1" smtClean="0">
            <a:solidFill>
              <a:schemeClr val="tx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8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05000"/>
          </a:lnSpc>
          <a:spcBef>
            <a:spcPts val="0"/>
          </a:spcBef>
          <a:spcAft>
            <a:spcPts val="600"/>
          </a:spcAft>
          <a:defRPr sz="1600" kern="10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5-Template-Starter-FY26-Q3" id="{C5B28AB9-EFD3-8C46-951B-E7374BB5699A}" vid="{FC6E5C7C-F044-E648-9146-C639A79DFC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3F320DC5BEA64B876848DFAC4327E5" ma:contentTypeVersion="39" ma:contentTypeDescription="Create a new document." ma:contentTypeScope="" ma:versionID="b45127b04ceab9ec26f9852ce8a9bed5">
  <xsd:schema xmlns:xsd="http://www.w3.org/2001/XMLSchema" xmlns:xs="http://www.w3.org/2001/XMLSchema" xmlns:p="http://schemas.microsoft.com/office/2006/metadata/properties" xmlns:ns2="3fd7b252-cf13-45c9-a14d-021eec98dfa4" xmlns:ns3="64a7c496-7651-4a31-bc0e-3b76a7dc9e6d" xmlns:ns4="af9ae1a1-40d9-484a-8e79-5834d0c1baa5" targetNamespace="http://schemas.microsoft.com/office/2006/metadata/properties" ma:root="true" ma:fieldsID="b65b2f113b3fdf1f2c841410d2dea677" ns2:_="" ns3:_="" ns4:_="">
    <xsd:import namespace="3fd7b252-cf13-45c9-a14d-021eec98dfa4"/>
    <xsd:import namespace="64a7c496-7651-4a31-bc0e-3b76a7dc9e6d"/>
    <xsd:import namespace="af9ae1a1-40d9-484a-8e79-5834d0c1baa5"/>
    <xsd:element name="properties">
      <xsd:complexType>
        <xsd:sequence>
          <xsd:element name="documentManagement">
            <xsd:complexType>
              <xsd:all>
                <xsd:element ref="ns2:ProjectName" minOccurs="0"/>
                <xsd:element ref="ns2:TestType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Purpose" minOccurs="0"/>
                <xsd:element ref="ns2:Variable" minOccurs="0"/>
                <xsd:element ref="ns2:MediaType" minOccurs="0"/>
                <xsd:element ref="ns2:Channel" minOccurs="0"/>
                <xsd:element ref="ns2:Vertical" minOccurs="0"/>
                <xsd:element ref="ns2:Test" minOccurs="0"/>
                <xsd:element ref="ns2:Date" minOccurs="0"/>
                <xsd:element ref="ns2:TestType2" minOccurs="0"/>
                <xsd:element ref="ns2:ReportType2" minOccurs="0"/>
                <xsd:element ref="ns2:Partner" minOccurs="0"/>
                <xsd:element ref="ns2:MediaType2" minOccurs="0"/>
                <xsd:element ref="ns2:Channel2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7b252-cf13-45c9-a14d-021eec98dfa4" elementFormDefault="qualified">
    <xsd:import namespace="http://schemas.microsoft.com/office/2006/documentManagement/types"/>
    <xsd:import namespace="http://schemas.microsoft.com/office/infopath/2007/PartnerControls"/>
    <xsd:element name="ProjectName" ma:index="2" nillable="true" ma:displayName="Initiative" ma:format="Dropdown" ma:internalName="ProjectName">
      <xsd:simpleType>
        <xsd:restriction base="dms:Choice">
          <xsd:enumeration value="F5 CX WAAP"/>
          <xsd:enumeration value="SOAS"/>
          <xsd:enumeration value="Fujita"/>
          <xsd:enumeration value="Awareness"/>
          <xsd:enumeration value="Adaptive Apps"/>
          <xsd:enumeration value="Vertical"/>
          <xsd:enumeration value="SDLA"/>
          <xsd:enumeration value="MAD"/>
          <xsd:enumeration value="SDE"/>
          <xsd:enumeration value="Multiple"/>
        </xsd:restriction>
      </xsd:simpleType>
    </xsd:element>
    <xsd:element name="TestType" ma:index="3" nillable="true" ma:displayName="Test Type" ma:format="Dropdown" ma:internalName="TestType">
      <xsd:simpleType>
        <xsd:union memberTypes="dms:Text">
          <xsd:simpleType>
            <xsd:restriction base="dms:Choice">
              <xsd:enumeration value="A/B"/>
              <xsd:enumeration value="UX"/>
              <xsd:enumeration value="Multiple"/>
              <xsd:enumeration value="Brand Perception"/>
              <xsd:enumeration value="User Testing"/>
            </xsd:restriction>
          </xsd:simpleType>
        </xsd:un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hidden="true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18" nillable="true" ma:displayName="Length (seconds)" ma:hidden="true" ma:internalName="MediaLengthInSeconds" ma:readOnly="true">
      <xsd:simpleType>
        <xsd:restriction base="dms:Unknown"/>
      </xsd:simpleType>
    </xsd:element>
    <xsd:element name="Purpose" ma:index="23" nillable="true" ma:displayName="Report Type" ma:format="Dropdown" ma:internalName="Purpose">
      <xsd:simpleType>
        <xsd:restriction base="dms:Choice">
          <xsd:enumeration value="Data"/>
          <xsd:enumeration value="Insights"/>
          <xsd:enumeration value="Data and Insights"/>
          <xsd:enumeration value="Readout"/>
        </xsd:restriction>
      </xsd:simpleType>
    </xsd:element>
    <xsd:element name="Variable" ma:index="24" nillable="true" ma:displayName="Test Variable" ma:format="Dropdown" ma:internalName="Variable">
      <xsd:simpleType>
        <xsd:restriction base="dms:Choice">
          <xsd:enumeration value="Image"/>
          <xsd:enumeration value="Copy"/>
          <xsd:enumeration value="CTA"/>
          <xsd:enumeration value="Motion"/>
          <xsd:enumeration value="Size"/>
          <xsd:enumeration value="Run time"/>
          <xsd:enumeration value="Captions"/>
        </xsd:restriction>
      </xsd:simpleType>
    </xsd:element>
    <xsd:element name="MediaType" ma:index="25" nillable="true" ma:displayName="Media Type" ma:format="Dropdown" ma:internalName="MediaType">
      <xsd:simpleType>
        <xsd:restriction base="dms:Choice">
          <xsd:enumeration value="Paid Search"/>
          <xsd:enumeration value="Paid Display"/>
          <xsd:enumeration value="Owned Social"/>
          <xsd:enumeration value="Paid Social"/>
          <xsd:enumeration value="Banner Ads"/>
          <xsd:enumeration value="Video"/>
          <xsd:enumeration value="Social Media"/>
          <xsd:enumeration value="Always On"/>
        </xsd:restriction>
      </xsd:simpleType>
    </xsd:element>
    <xsd:element name="Channel" ma:index="26" nillable="true" ma:displayName="Channel" ma:format="Dropdown" ma:internalName="Channel">
      <xsd:simpleType>
        <xsd:restriction base="dms:Choice">
          <xsd:enumeration value="LinkedIn"/>
          <xsd:enumeration value="Facebook"/>
          <xsd:enumeration value="YouTube"/>
          <xsd:enumeration value="Vimeo"/>
          <xsd:enumeration value="Paid Social"/>
          <xsd:enumeration value="Paid Search"/>
          <xsd:enumeration value="Paid Display"/>
          <xsd:enumeration value="Twitter"/>
          <xsd:enumeration value="AlwaysOn"/>
          <xsd:enumeration value="Tableau"/>
          <xsd:enumeration value="Datarama"/>
          <xsd:enumeration value="Adobe Analytics"/>
          <xsd:enumeration value="Google Analytics"/>
        </xsd:restriction>
      </xsd:simpleType>
    </xsd:element>
    <xsd:element name="Vertical" ma:index="27" nillable="true" ma:displayName="Vertical" ma:format="Dropdown" ma:internalName="Vertical">
      <xsd:simpleType>
        <xsd:restriction base="dms:Choice">
          <xsd:enumeration value="App Security"/>
          <xsd:enumeration value="BFSI"/>
          <xsd:enumeration value="Service Provider"/>
          <xsd:enumeration value="Public Sector"/>
          <xsd:enumeration value="Ecommerce"/>
          <xsd:enumeration value="Healthcare"/>
        </xsd:restriction>
      </xsd:simpleType>
    </xsd:element>
    <xsd:element name="Test" ma:index="28" nillable="true" ma:displayName="Notes" ma:format="Dropdown" ma:internalName="Test">
      <xsd:simpleType>
        <xsd:restriction base="dms:Note">
          <xsd:maxLength value="255"/>
        </xsd:restriction>
      </xsd:simpleType>
    </xsd:element>
    <xsd:element name="Date" ma:index="29" nillable="true" ma:displayName="Date" ma:format="Dropdown" ma:internalName="Date">
      <xsd:simpleType>
        <xsd:restriction base="dms:Text">
          <xsd:maxLength value="255"/>
        </xsd:restriction>
      </xsd:simpleType>
    </xsd:element>
    <xsd:element name="TestType2" ma:index="30" nillable="true" ma:displayName="Test Type 2" ma:format="Dropdown" ma:internalName="TestType2">
      <xsd:simpleType>
        <xsd:restriction base="dms:Choice">
          <xsd:enumeration value="A/B"/>
          <xsd:enumeration value="UX"/>
          <xsd:enumeration value="Multiple"/>
          <xsd:enumeration value="Brand Perception"/>
          <xsd:enumeration value="User Testing"/>
        </xsd:restriction>
      </xsd:simpleType>
    </xsd:element>
    <xsd:element name="ReportType2" ma:index="31" nillable="true" ma:displayName="Report Type 2" ma:format="Dropdown" ma:internalName="ReportType2">
      <xsd:simpleType>
        <xsd:restriction base="dms:Choice">
          <xsd:enumeration value="Data"/>
          <xsd:enumeration value="Insights"/>
          <xsd:enumeration value="Data and Insights"/>
          <xsd:enumeration value="Readout"/>
        </xsd:restriction>
      </xsd:simpleType>
    </xsd:element>
    <xsd:element name="Partner" ma:index="32" nillable="true" ma:displayName="Partner" ma:format="Dropdown" ma:internalName="Partner">
      <xsd:simpleType>
        <xsd:restriction base="dms:Choice">
          <xsd:enumeration value="Brainlabs"/>
          <xsd:enumeration value="UpTop"/>
          <xsd:enumeration value="User Testing"/>
          <xsd:enumeration value="Madfish"/>
        </xsd:restriction>
      </xsd:simpleType>
    </xsd:element>
    <xsd:element name="MediaType2" ma:index="33" nillable="true" ma:displayName="Media Type 2" ma:format="Dropdown" ma:internalName="MediaType2">
      <xsd:simpleType>
        <xsd:restriction base="dms:Choice">
          <xsd:enumeration value="Paid Search"/>
          <xsd:enumeration value="Paid Display"/>
          <xsd:enumeration value="Owned Social"/>
          <xsd:enumeration value="Paid Social"/>
          <xsd:enumeration value="Banner Ads"/>
          <xsd:enumeration value="Video"/>
          <xsd:enumeration value="Social Media"/>
          <xsd:enumeration value="Always On"/>
        </xsd:restriction>
      </xsd:simpleType>
    </xsd:element>
    <xsd:element name="Channel2" ma:index="34" nillable="true" ma:displayName="Channel 2" ma:format="Dropdown" ma:internalName="Channel2">
      <xsd:simpleType>
        <xsd:restriction base="dms:Choice">
          <xsd:enumeration value="LinkedIn"/>
          <xsd:enumeration value="Facebook"/>
          <xsd:enumeration value="YouTube"/>
          <xsd:enumeration value="Vimeo"/>
          <xsd:enumeration value="Paid Social"/>
          <xsd:enumeration value="Paid Search"/>
          <xsd:enumeration value="Paid Display"/>
          <xsd:enumeration value="Twitter"/>
          <xsd:enumeration value="Always On"/>
          <xsd:enumeration value="Tableau"/>
          <xsd:enumeration value="Datarama"/>
          <xsd:enumeration value="Adobe Analytics"/>
          <xsd:enumeration value="Google Analytics"/>
        </xsd:restriction>
      </xsd:simpleType>
    </xsd:element>
    <xsd:element name="lcf76f155ced4ddcb4097134ff3c332f" ma:index="36" nillable="true" ma:taxonomy="true" ma:internalName="lcf76f155ced4ddcb4097134ff3c332f" ma:taxonomyFieldName="MediaServiceImageTags" ma:displayName="Image Tags" ma:readOnly="false" ma:fieldId="{5cf76f15-5ced-4ddc-b409-7134ff3c332f}" ma:taxonomyMulti="true" ma:sspId="d8e3dbf5-c6ed-4cb8-a6ba-f39a75e016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7c496-7651-4a31-bc0e-3b76a7dc9e6d" elementFormDefault="qualified">
    <xsd:import namespace="http://schemas.microsoft.com/office/2006/documentManagement/types"/>
    <xsd:import namespace="http://schemas.microsoft.com/office/infopath/2007/PartnerControls"/>
    <xsd:element name="SharedWithUsers" ma:index="6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7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9ae1a1-40d9-484a-8e79-5834d0c1baa5" elementFormDefault="qualified">
    <xsd:import namespace="http://schemas.microsoft.com/office/2006/documentManagement/types"/>
    <xsd:import namespace="http://schemas.microsoft.com/office/infopath/2007/PartnerControls"/>
    <xsd:element name="TaxCatchAll" ma:index="37" nillable="true" ma:displayName="Taxonomy Catch All Column" ma:hidden="true" ma:list="{f9640fe0-4422-4af6-bf59-8c01f85763cf}" ma:internalName="TaxCatchAll" ma:showField="CatchAllData" ma:web="64a7c496-7651-4a31-bc0e-3b76a7dc9e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artner xmlns="3fd7b252-cf13-45c9-a14d-021eec98dfa4" xsi:nil="true"/>
    <TestType xmlns="3fd7b252-cf13-45c9-a14d-021eec98dfa4" xsi:nil="true"/>
    <MediaType xmlns="3fd7b252-cf13-45c9-a14d-021eec98dfa4" xsi:nil="true"/>
    <lcf76f155ced4ddcb4097134ff3c332f xmlns="3fd7b252-cf13-45c9-a14d-021eec98dfa4">
      <Terms xmlns="http://schemas.microsoft.com/office/infopath/2007/PartnerControls"/>
    </lcf76f155ced4ddcb4097134ff3c332f>
    <Vertical xmlns="3fd7b252-cf13-45c9-a14d-021eec98dfa4" xsi:nil="true"/>
    <TestType2 xmlns="3fd7b252-cf13-45c9-a14d-021eec98dfa4" xsi:nil="true"/>
    <ProjectName xmlns="3fd7b252-cf13-45c9-a14d-021eec98dfa4" xsi:nil="true"/>
    <Test xmlns="3fd7b252-cf13-45c9-a14d-021eec98dfa4" xsi:nil="true"/>
    <Channel xmlns="3fd7b252-cf13-45c9-a14d-021eec98dfa4" xsi:nil="true"/>
    <MediaType2 xmlns="3fd7b252-cf13-45c9-a14d-021eec98dfa4" xsi:nil="true"/>
    <Variable xmlns="3fd7b252-cf13-45c9-a14d-021eec98dfa4" xsi:nil="true"/>
    <TaxCatchAll xmlns="af9ae1a1-40d9-484a-8e79-5834d0c1baa5" xsi:nil="true"/>
    <Purpose xmlns="3fd7b252-cf13-45c9-a14d-021eec98dfa4" xsi:nil="true"/>
    <Date xmlns="3fd7b252-cf13-45c9-a14d-021eec98dfa4" xsi:nil="true"/>
    <Channel2 xmlns="3fd7b252-cf13-45c9-a14d-021eec98dfa4" xsi:nil="true"/>
    <ReportType2 xmlns="3fd7b252-cf13-45c9-a14d-021eec98dfa4" xsi:nil="true"/>
  </documentManagement>
</p:properties>
</file>

<file path=customXml/itemProps1.xml><?xml version="1.0" encoding="utf-8"?>
<ds:datastoreItem xmlns:ds="http://schemas.openxmlformats.org/officeDocument/2006/customXml" ds:itemID="{A04936F3-DEB6-4620-950E-D348DD06EA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d7b252-cf13-45c9-a14d-021eec98dfa4"/>
    <ds:schemaRef ds:uri="64a7c496-7651-4a31-bc0e-3b76a7dc9e6d"/>
    <ds:schemaRef ds:uri="af9ae1a1-40d9-484a-8e79-5834d0c1ba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94260-8DB0-4D3F-BDA2-B9AAAA2D65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D16A51-F360-4133-A543-D2106034D290}">
  <ds:schemaRefs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3fd7b252-cf13-45c9-a14d-021eec98dfa4"/>
    <ds:schemaRef ds:uri="http://schemas.microsoft.com/office/2006/documentManagement/types"/>
    <ds:schemaRef ds:uri="64a7c496-7651-4a31-bc0e-3b76a7dc9e6d"/>
    <ds:schemaRef ds:uri="http://purl.org/dc/elements/1.1/"/>
    <ds:schemaRef ds:uri="http://schemas.microsoft.com/office/infopath/2007/PartnerControls"/>
    <ds:schemaRef ds:uri="af9ae1a1-40d9-484a-8e79-5834d0c1ba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dd3dfd2f-6a3b-40d1-9be0-bf8327d81c50}" enabled="0" method="" siteId="{dd3dfd2f-6a3b-40d1-9be0-bf8327d81c5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167</Words>
  <Application>Microsoft Macintosh PowerPoint</Application>
  <PresentationFormat>Widescreen</PresentationFormat>
  <Paragraphs>38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ExtraBold</vt:lpstr>
      <vt:lpstr>Arial</vt:lpstr>
      <vt:lpstr>Arial Narrow</vt:lpstr>
      <vt:lpstr>F5 Theme_FY26</vt:lpstr>
      <vt:lpstr>Title goes here </vt:lpstr>
      <vt:lpstr>Agenda</vt:lpstr>
      <vt:lpstr>Section header layout</vt:lpstr>
      <vt:lpstr>Title with no subhead</vt:lpstr>
      <vt:lpstr>Slide Title</vt:lpstr>
      <vt:lpstr>Title with no subhead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Leonti</dc:creator>
  <cp:lastModifiedBy>Steven Leonti</cp:lastModifiedBy>
  <cp:revision>2</cp:revision>
  <dcterms:created xsi:type="dcterms:W3CDTF">2026-04-16T17:19:15Z</dcterms:created>
  <dcterms:modified xsi:type="dcterms:W3CDTF">2026-04-16T17:36:59Z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0x0101002E3F320DC5BEA64B876848DFAC4327E5</vt:lpwstr>
  </property>
  <property fmtid="{D5CDD505-2E9C-101B-9397-08002B2CF9AE}" pid="3" name="MediaServiceImageTags">
    <vt:lpwstr/>
  </property>
</Properties>
</file>